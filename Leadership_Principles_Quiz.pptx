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2"/>
  </p:notesMasterIdLst>
  <p:sldIdLst>
    <p:sldId id="256" r:id="rId5"/>
    <p:sldId id="259" r:id="rId6"/>
    <p:sldId id="288" r:id="rId7"/>
    <p:sldId id="260" r:id="rId8"/>
    <p:sldId id="298" r:id="rId9"/>
    <p:sldId id="307" r:id="rId10"/>
    <p:sldId id="289" r:id="rId11"/>
    <p:sldId id="316" r:id="rId12"/>
    <p:sldId id="318" r:id="rId13"/>
    <p:sldId id="317" r:id="rId14"/>
    <p:sldId id="263" r:id="rId15"/>
    <p:sldId id="299" r:id="rId16"/>
    <p:sldId id="308" r:id="rId17"/>
    <p:sldId id="290" r:id="rId18"/>
    <p:sldId id="319" r:id="rId19"/>
    <p:sldId id="320" r:id="rId20"/>
    <p:sldId id="321" r:id="rId21"/>
    <p:sldId id="266" r:id="rId22"/>
    <p:sldId id="300" r:id="rId23"/>
    <p:sldId id="309" r:id="rId24"/>
    <p:sldId id="291" r:id="rId25"/>
    <p:sldId id="322" r:id="rId26"/>
    <p:sldId id="324" r:id="rId27"/>
    <p:sldId id="323" r:id="rId28"/>
    <p:sldId id="269" r:id="rId29"/>
    <p:sldId id="301" r:id="rId30"/>
    <p:sldId id="310" r:id="rId31"/>
    <p:sldId id="292" r:id="rId32"/>
    <p:sldId id="325" r:id="rId33"/>
    <p:sldId id="326" r:id="rId34"/>
    <p:sldId id="327" r:id="rId35"/>
    <p:sldId id="272" r:id="rId36"/>
    <p:sldId id="302" r:id="rId37"/>
    <p:sldId id="311" r:id="rId38"/>
    <p:sldId id="328" r:id="rId39"/>
    <p:sldId id="329" r:id="rId40"/>
    <p:sldId id="330" r:id="rId41"/>
    <p:sldId id="293" r:id="rId42"/>
    <p:sldId id="275" r:id="rId43"/>
    <p:sldId id="303" r:id="rId44"/>
    <p:sldId id="312" r:id="rId45"/>
    <p:sldId id="331" r:id="rId46"/>
    <p:sldId id="332" r:id="rId47"/>
    <p:sldId id="333" r:id="rId48"/>
    <p:sldId id="294" r:id="rId49"/>
    <p:sldId id="278" r:id="rId50"/>
    <p:sldId id="304" r:id="rId51"/>
    <p:sldId id="313" r:id="rId52"/>
    <p:sldId id="295" r:id="rId53"/>
    <p:sldId id="334" r:id="rId54"/>
    <p:sldId id="335" r:id="rId55"/>
    <p:sldId id="336" r:id="rId56"/>
    <p:sldId id="281" r:id="rId57"/>
    <p:sldId id="305" r:id="rId58"/>
    <p:sldId id="314" r:id="rId59"/>
    <p:sldId id="296" r:id="rId60"/>
    <p:sldId id="337" r:id="rId61"/>
    <p:sldId id="338" r:id="rId62"/>
    <p:sldId id="339" r:id="rId63"/>
    <p:sldId id="284" r:id="rId64"/>
    <p:sldId id="306" r:id="rId65"/>
    <p:sldId id="315" r:id="rId66"/>
    <p:sldId id="297" r:id="rId67"/>
    <p:sldId id="340" r:id="rId68"/>
    <p:sldId id="341" r:id="rId69"/>
    <p:sldId id="342" r:id="rId70"/>
    <p:sldId id="287" r:id="rId71"/>
  </p:sldIdLst>
  <p:sldSz cx="5334000" cy="7569200"/>
  <p:notesSz cx="5334000" cy="7569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AEED87-13D4-4606-9B8C-D8E183856CB6}" v="4" dt="2026-07-27T06:15:29.99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aj Yadav" userId="7a750b3e-beb0-4039-8b51-508fd531f2f7" providerId="ADAL" clId="{6DD4C28D-7024-4C4E-854F-30EBA7B81C30}"/>
    <pc:docChg chg="modSld sldOrd">
      <pc:chgData name="Niraj Yadav" userId="7a750b3e-beb0-4039-8b51-508fd531f2f7" providerId="ADAL" clId="{6DD4C28D-7024-4C4E-854F-30EBA7B81C30}" dt="2026-07-27T06:15:30.001" v="7"/>
      <pc:docMkLst>
        <pc:docMk/>
      </pc:docMkLst>
      <pc:sldChg chg="ord">
        <pc:chgData name="Niraj Yadav" userId="7a750b3e-beb0-4039-8b51-508fd531f2f7" providerId="ADAL" clId="{6DD4C28D-7024-4C4E-854F-30EBA7B81C30}" dt="2026-07-27T06:15:04.800" v="1"/>
        <pc:sldMkLst>
          <pc:docMk/>
          <pc:sldMk cId="3933168592" sldId="293"/>
        </pc:sldMkLst>
      </pc:sldChg>
      <pc:sldChg chg="ord">
        <pc:chgData name="Niraj Yadav" userId="7a750b3e-beb0-4039-8b51-508fd531f2f7" providerId="ADAL" clId="{6DD4C28D-7024-4C4E-854F-30EBA7B81C30}" dt="2026-07-27T06:15:30.001" v="7"/>
        <pc:sldMkLst>
          <pc:docMk/>
          <pc:sldMk cId="3101801306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311400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021013" y="0"/>
            <a:ext cx="2311400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2A88E-2E1D-F44A-9272-6D79259C0176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66888" y="946150"/>
            <a:ext cx="1800225" cy="25542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33400" y="3643313"/>
            <a:ext cx="4267200" cy="29797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9788"/>
            <a:ext cx="2311400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021013" y="7189788"/>
            <a:ext cx="2311400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EE315-959E-BA4A-930E-D2538134E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01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EE315-959E-BA4A-930E-D2538134E2D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18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0050" y="2346452"/>
            <a:ext cx="4533900" cy="1589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00100" y="4238752"/>
            <a:ext cx="3733800" cy="189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330825" cy="7562850"/>
          </a:xfrm>
          <a:custGeom>
            <a:avLst/>
            <a:gdLst/>
            <a:ahLst/>
            <a:cxnLst/>
            <a:rect l="l" t="t" r="r" b="b"/>
            <a:pathLst>
              <a:path w="5330825" h="7562850">
                <a:moveTo>
                  <a:pt x="5330825" y="0"/>
                </a:moveTo>
                <a:lnTo>
                  <a:pt x="0" y="0"/>
                </a:lnTo>
                <a:lnTo>
                  <a:pt x="0" y="7562850"/>
                </a:lnTo>
                <a:lnTo>
                  <a:pt x="5330825" y="7562850"/>
                </a:lnTo>
                <a:lnTo>
                  <a:pt x="5330825" y="0"/>
                </a:lnTo>
                <a:close/>
              </a:path>
            </a:pathLst>
          </a:custGeom>
          <a:solidFill>
            <a:srgbClr val="4A4A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A4A54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A4A54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66700" y="1740916"/>
            <a:ext cx="2320290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747010" y="1740916"/>
            <a:ext cx="2320290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30529" y="2181479"/>
            <a:ext cx="2555875" cy="2568575"/>
          </a:xfrm>
          <a:custGeom>
            <a:avLst/>
            <a:gdLst/>
            <a:ahLst/>
            <a:cxnLst/>
            <a:rect l="l" t="t" r="r" b="b"/>
            <a:pathLst>
              <a:path w="2555875" h="2568575">
                <a:moveTo>
                  <a:pt x="0" y="2568320"/>
                </a:moveTo>
                <a:lnTo>
                  <a:pt x="2555621" y="2568320"/>
                </a:lnTo>
                <a:lnTo>
                  <a:pt x="2555621" y="0"/>
                </a:lnTo>
                <a:lnTo>
                  <a:pt x="0" y="0"/>
                </a:lnTo>
                <a:lnTo>
                  <a:pt x="0" y="2568320"/>
                </a:lnTo>
                <a:close/>
              </a:path>
            </a:pathLst>
          </a:custGeom>
          <a:ln w="19050">
            <a:solidFill>
              <a:srgbClr val="6E6E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95463" y="2493645"/>
            <a:ext cx="3467735" cy="1292860"/>
          </a:xfrm>
          <a:custGeom>
            <a:avLst/>
            <a:gdLst/>
            <a:ahLst/>
            <a:cxnLst/>
            <a:rect l="l" t="t" r="r" b="b"/>
            <a:pathLst>
              <a:path w="3467735" h="1292860">
                <a:moveTo>
                  <a:pt x="3467608" y="0"/>
                </a:moveTo>
                <a:lnTo>
                  <a:pt x="0" y="0"/>
                </a:lnTo>
                <a:lnTo>
                  <a:pt x="0" y="1292606"/>
                </a:lnTo>
                <a:lnTo>
                  <a:pt x="3467608" y="1292606"/>
                </a:lnTo>
                <a:lnTo>
                  <a:pt x="34676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A4A54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425" y="0"/>
            <a:ext cx="228600" cy="3524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9241" y="585343"/>
            <a:ext cx="3239135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4799" y="3226155"/>
            <a:ext cx="3920490" cy="3187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813560" y="7039356"/>
            <a:ext cx="1706880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66700" y="7039356"/>
            <a:ext cx="1226820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840480" y="7039356"/>
            <a:ext cx="1226820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4496" y="2543936"/>
            <a:ext cx="3275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>
                <a:solidFill>
                  <a:srgbClr val="000000"/>
                </a:solidFill>
              </a:rPr>
              <a:t>LEADERSHIP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74496" y="3092577"/>
            <a:ext cx="3099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>
                <a:latin typeface="Arial Black"/>
                <a:cs typeface="Arial Black"/>
              </a:rPr>
              <a:t>PRINCIPLES</a:t>
            </a:r>
            <a:endParaRPr sz="3600">
              <a:latin typeface="Arial Black"/>
              <a:cs typeface="Arial Bl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926602"/>
            <a:ext cx="1645920" cy="3725545"/>
            <a:chOff x="0" y="1926602"/>
            <a:chExt cx="1645920" cy="3725545"/>
          </a:xfrm>
        </p:grpSpPr>
        <p:sp>
          <p:nvSpPr>
            <p:cNvPr id="5" name="object 5"/>
            <p:cNvSpPr/>
            <p:nvPr/>
          </p:nvSpPr>
          <p:spPr>
            <a:xfrm>
              <a:off x="0" y="4005961"/>
              <a:ext cx="1645920" cy="1645920"/>
            </a:xfrm>
            <a:custGeom>
              <a:avLst/>
              <a:gdLst/>
              <a:ahLst/>
              <a:cxnLst/>
              <a:rect l="l" t="t" r="r" b="b"/>
              <a:pathLst>
                <a:path w="1645920" h="1645920">
                  <a:moveTo>
                    <a:pt x="1645920" y="0"/>
                  </a:moveTo>
                  <a:lnTo>
                    <a:pt x="0" y="0"/>
                  </a:lnTo>
                  <a:lnTo>
                    <a:pt x="0" y="1645920"/>
                  </a:lnTo>
                  <a:lnTo>
                    <a:pt x="1645920" y="1645920"/>
                  </a:lnTo>
                  <a:lnTo>
                    <a:pt x="1645920" y="0"/>
                  </a:lnTo>
                  <a:close/>
                </a:path>
              </a:pathLst>
            </a:custGeom>
            <a:solidFill>
              <a:srgbClr val="6E6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1004" y="1926602"/>
              <a:ext cx="835660" cy="221615"/>
            </a:xfrm>
            <a:custGeom>
              <a:avLst/>
              <a:gdLst/>
              <a:ahLst/>
              <a:cxnLst/>
              <a:rect l="l" t="t" r="r" b="b"/>
              <a:pathLst>
                <a:path w="835660" h="221614">
                  <a:moveTo>
                    <a:pt x="835240" y="0"/>
                  </a:moveTo>
                  <a:lnTo>
                    <a:pt x="0" y="0"/>
                  </a:lnTo>
                  <a:lnTo>
                    <a:pt x="0" y="221602"/>
                  </a:lnTo>
                  <a:lnTo>
                    <a:pt x="835240" y="221602"/>
                  </a:lnTo>
                  <a:lnTo>
                    <a:pt x="835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99948" y="1927986"/>
            <a:ext cx="602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200" b="1" spc="2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200" b="1" spc="2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b="1" spc="2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0">
                <a:solidFill>
                  <a:srgbClr val="FFFFFF"/>
                </a:solidFill>
                <a:latin typeface="Arial"/>
                <a:cs typeface="Arial"/>
              </a:rPr>
              <a:t>L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6838" y="0"/>
            <a:ext cx="228600" cy="352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01259" y="168605"/>
            <a:ext cx="8255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53007" y="1944348"/>
          <a:ext cx="3098165" cy="4478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31750">
                        <a:lnSpc>
                          <a:spcPts val="2215"/>
                        </a:lnSpc>
                      </a:pPr>
                      <a:r>
                        <a:rPr sz="2000" spc="-25">
                          <a:solidFill>
                            <a:srgbClr val="B7B7BA"/>
                          </a:solidFill>
                          <a:latin typeface="Arial MT"/>
                          <a:cs typeface="Arial MT"/>
                        </a:rPr>
                        <a:t>1.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>
                          <a:latin typeface="Arial MT"/>
                          <a:cs typeface="Arial MT"/>
                        </a:rPr>
                        <a:t>Ownership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5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spc="-25">
                          <a:solidFill>
                            <a:srgbClr val="B7B7BA"/>
                          </a:solidFill>
                          <a:latin typeface="Arial MT"/>
                          <a:cs typeface="Arial MT"/>
                        </a:rPr>
                        <a:t>2.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 spc="-10">
                          <a:latin typeface="Arial MT"/>
                          <a:cs typeface="Arial MT"/>
                        </a:rPr>
                        <a:t>Excellence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89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5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spc="-25">
                          <a:solidFill>
                            <a:srgbClr val="B7B7BA"/>
                          </a:solidFill>
                          <a:latin typeface="Arial MT"/>
                          <a:cs typeface="Arial MT"/>
                        </a:rPr>
                        <a:t>3.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>
                          <a:latin typeface="Arial MT"/>
                          <a:cs typeface="Arial MT"/>
                        </a:rPr>
                        <a:t>Orientation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89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spc="-25">
                          <a:solidFill>
                            <a:srgbClr val="B7B7BA"/>
                          </a:solidFill>
                          <a:latin typeface="Arial MT"/>
                          <a:cs typeface="Arial MT"/>
                        </a:rPr>
                        <a:t>4.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>
                          <a:latin typeface="Arial MT"/>
                          <a:cs typeface="Arial MT"/>
                        </a:rPr>
                        <a:t>Client</a:t>
                      </a:r>
                      <a:r>
                        <a:rPr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>
                          <a:latin typeface="Arial MT"/>
                          <a:cs typeface="Arial MT"/>
                        </a:rPr>
                        <a:t>Centricity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89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5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spc="-25">
                          <a:solidFill>
                            <a:srgbClr val="B7B7BA"/>
                          </a:solidFill>
                          <a:latin typeface="Arial MT"/>
                          <a:cs typeface="Arial MT"/>
                        </a:rPr>
                        <a:t>5.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 spc="-10">
                          <a:latin typeface="Arial MT"/>
                          <a:cs typeface="Arial MT"/>
                        </a:rPr>
                        <a:t>Resourcefulness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890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5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spc="-25">
                          <a:solidFill>
                            <a:srgbClr val="B7B7BA"/>
                          </a:solidFill>
                          <a:latin typeface="Arial MT"/>
                          <a:cs typeface="Arial MT"/>
                        </a:rPr>
                        <a:t>6.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 spc="-10">
                          <a:latin typeface="Arial MT"/>
                          <a:cs typeface="Arial MT"/>
                        </a:rPr>
                        <a:t>Integrity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890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spc="-25">
                          <a:solidFill>
                            <a:srgbClr val="B7B7BA"/>
                          </a:solidFill>
                          <a:latin typeface="Arial MT"/>
                          <a:cs typeface="Arial MT"/>
                        </a:rPr>
                        <a:t>7.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>
                          <a:latin typeface="Arial MT"/>
                          <a:cs typeface="Arial MT"/>
                        </a:rPr>
                        <a:t>People</a:t>
                      </a:r>
                      <a:r>
                        <a:rPr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>
                          <a:latin typeface="Arial MT"/>
                          <a:cs typeface="Arial MT"/>
                        </a:rPr>
                        <a:t>Focus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890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5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spc="-25">
                          <a:solidFill>
                            <a:srgbClr val="B7B7BA"/>
                          </a:solidFill>
                          <a:latin typeface="Arial MT"/>
                          <a:cs typeface="Arial MT"/>
                        </a:rPr>
                        <a:t>8.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>
                          <a:latin typeface="Arial MT"/>
                          <a:cs typeface="Arial MT"/>
                        </a:rPr>
                        <a:t>Learn,</a:t>
                      </a:r>
                      <a:r>
                        <a:rPr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>
                          <a:latin typeface="Arial MT"/>
                          <a:cs typeface="Arial MT"/>
                        </a:rPr>
                        <a:t>Unlearn</a:t>
                      </a:r>
                      <a:r>
                        <a:rPr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>
                          <a:latin typeface="Arial MT"/>
                          <a:cs typeface="Arial MT"/>
                        </a:rPr>
                        <a:t>Relearn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890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31750">
                        <a:lnSpc>
                          <a:spcPts val="2325"/>
                        </a:lnSpc>
                        <a:spcBef>
                          <a:spcPts val="760"/>
                        </a:spcBef>
                      </a:pPr>
                      <a:r>
                        <a:rPr sz="2000" spc="-25">
                          <a:solidFill>
                            <a:srgbClr val="B7B7BA"/>
                          </a:solidFill>
                          <a:latin typeface="Arial MT"/>
                          <a:cs typeface="Arial MT"/>
                        </a:rPr>
                        <a:t>9.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 spc="-10">
                          <a:latin typeface="Arial MT"/>
                          <a:cs typeface="Arial MT"/>
                        </a:rPr>
                        <a:t>Collaboration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890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>
                <a:solidFill>
                  <a:srgbClr val="000000"/>
                </a:solidFill>
                <a:latin typeface="Arial"/>
                <a:cs typeface="Arial"/>
              </a:rPr>
              <a:t>LIST</a:t>
            </a:r>
            <a:r>
              <a:rPr sz="2400" b="1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400" b="1" spc="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spc="-10">
                <a:solidFill>
                  <a:srgbClr val="000000"/>
                </a:solidFill>
                <a:latin typeface="Arial"/>
                <a:cs typeface="Arial"/>
              </a:rPr>
              <a:t>LEADERSHIP PRINCIPLES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3729" y="1509015"/>
            <a:ext cx="548640" cy="45720"/>
          </a:xfrm>
          <a:custGeom>
            <a:avLst/>
            <a:gdLst/>
            <a:ahLst/>
            <a:cxnLst/>
            <a:rect l="l" t="t" r="r" b="b"/>
            <a:pathLst>
              <a:path w="548640" h="45719">
                <a:moveTo>
                  <a:pt x="548640" y="0"/>
                </a:moveTo>
                <a:lnTo>
                  <a:pt x="0" y="0"/>
                </a:lnTo>
                <a:lnTo>
                  <a:pt x="0" y="45718"/>
                </a:lnTo>
                <a:lnTo>
                  <a:pt x="548640" y="45718"/>
                </a:lnTo>
                <a:lnTo>
                  <a:pt x="548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6541D1-F587-A2BA-FEB7-49591BD12BC8}"/>
              </a:ext>
            </a:extLst>
          </p:cNvPr>
          <p:cNvSpPr txBox="1"/>
          <p:nvPr/>
        </p:nvSpPr>
        <p:spPr>
          <a:xfrm>
            <a:off x="381000" y="1727200"/>
            <a:ext cx="458330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>
                <a:solidFill>
                  <a:schemeClr val="bg1"/>
                </a:solidFill>
              </a:rPr>
              <a:t>Recap Leadership Principles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>
                <a:solidFill>
                  <a:schemeClr val="bg1"/>
                </a:solidFill>
              </a:rPr>
              <a:t>Quiz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>
                <a:solidFill>
                  <a:schemeClr val="bg1"/>
                </a:solidFill>
              </a:rPr>
              <a:t>Living Leadership Principles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>
                <a:solidFill>
                  <a:schemeClr val="bg1"/>
                </a:solidFill>
              </a:rPr>
              <a:t>Situation on Leadership Principles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>
                <a:solidFill>
                  <a:schemeClr val="bg1"/>
                </a:solidFill>
              </a:rPr>
              <a:t>Leadership Principles Coaching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168DA-AEF0-30D4-E6B0-DCEF70449632}"/>
              </a:ext>
            </a:extLst>
          </p:cNvPr>
          <p:cNvSpPr txBox="1"/>
          <p:nvPr/>
        </p:nvSpPr>
        <p:spPr>
          <a:xfrm>
            <a:off x="1030173" y="508000"/>
            <a:ext cx="29787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Leadership Principle</a:t>
            </a:r>
          </a:p>
          <a:p>
            <a:pPr algn="ctr"/>
            <a:r>
              <a:rPr lang="en-US" sz="2400">
                <a:solidFill>
                  <a:schemeClr val="bg1"/>
                </a:solidFill>
              </a:rPr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283240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425" y="0"/>
            <a:ext cx="228600" cy="352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48513" y="168605"/>
            <a:ext cx="8255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07390"/>
            <a:ext cx="5331460" cy="3413125"/>
          </a:xfrm>
          <a:custGeom>
            <a:avLst/>
            <a:gdLst/>
            <a:ahLst/>
            <a:cxnLst/>
            <a:rect l="l" t="t" r="r" b="b"/>
            <a:pathLst>
              <a:path w="5331460" h="3413125">
                <a:moveTo>
                  <a:pt x="3302889" y="2863342"/>
                </a:moveTo>
                <a:lnTo>
                  <a:pt x="3251377" y="2851658"/>
                </a:lnTo>
                <a:lnTo>
                  <a:pt x="3199955" y="2840266"/>
                </a:lnTo>
                <a:lnTo>
                  <a:pt x="3148584" y="2829153"/>
                </a:lnTo>
                <a:lnTo>
                  <a:pt x="3097276" y="2818333"/>
                </a:lnTo>
                <a:lnTo>
                  <a:pt x="3046018" y="2807792"/>
                </a:lnTo>
                <a:lnTo>
                  <a:pt x="2994812" y="2797518"/>
                </a:lnTo>
                <a:lnTo>
                  <a:pt x="2943656" y="2787523"/>
                </a:lnTo>
                <a:lnTo>
                  <a:pt x="2841434" y="2768320"/>
                </a:lnTo>
                <a:lnTo>
                  <a:pt x="2739339" y="2750121"/>
                </a:lnTo>
                <a:lnTo>
                  <a:pt x="2637307" y="2732925"/>
                </a:lnTo>
                <a:lnTo>
                  <a:pt x="2535301" y="2716657"/>
                </a:lnTo>
                <a:lnTo>
                  <a:pt x="2488196" y="2712986"/>
                </a:lnTo>
                <a:lnTo>
                  <a:pt x="2444038" y="2718257"/>
                </a:lnTo>
                <a:lnTo>
                  <a:pt x="2403691" y="2731643"/>
                </a:lnTo>
                <a:lnTo>
                  <a:pt x="2367991" y="2752331"/>
                </a:lnTo>
                <a:lnTo>
                  <a:pt x="2337790" y="2779496"/>
                </a:lnTo>
                <a:lnTo>
                  <a:pt x="2313965" y="2812300"/>
                </a:lnTo>
                <a:lnTo>
                  <a:pt x="2297341" y="2849930"/>
                </a:lnTo>
                <a:lnTo>
                  <a:pt x="2288794" y="2891536"/>
                </a:lnTo>
                <a:lnTo>
                  <a:pt x="2294382" y="2891536"/>
                </a:lnTo>
                <a:lnTo>
                  <a:pt x="2297176" y="2894457"/>
                </a:lnTo>
                <a:lnTo>
                  <a:pt x="2874581" y="2893796"/>
                </a:lnTo>
                <a:lnTo>
                  <a:pt x="3238500" y="2891536"/>
                </a:lnTo>
                <a:lnTo>
                  <a:pt x="3287712" y="2872524"/>
                </a:lnTo>
                <a:lnTo>
                  <a:pt x="3302889" y="2863342"/>
                </a:lnTo>
                <a:close/>
              </a:path>
              <a:path w="5331460" h="3413125">
                <a:moveTo>
                  <a:pt x="4272534" y="1006856"/>
                </a:moveTo>
                <a:lnTo>
                  <a:pt x="4147820" y="792060"/>
                </a:lnTo>
                <a:lnTo>
                  <a:pt x="4101592" y="712000"/>
                </a:lnTo>
                <a:lnTo>
                  <a:pt x="4101592" y="961898"/>
                </a:lnTo>
                <a:lnTo>
                  <a:pt x="2426208" y="1929511"/>
                </a:lnTo>
                <a:lnTo>
                  <a:pt x="2050796" y="1556512"/>
                </a:lnTo>
                <a:lnTo>
                  <a:pt x="2196414" y="1511706"/>
                </a:lnTo>
                <a:lnTo>
                  <a:pt x="2244318" y="1495615"/>
                </a:lnTo>
                <a:lnTo>
                  <a:pt x="2291715" y="1478026"/>
                </a:lnTo>
                <a:lnTo>
                  <a:pt x="2353373" y="1449565"/>
                </a:lnTo>
                <a:lnTo>
                  <a:pt x="2406650" y="1410716"/>
                </a:lnTo>
                <a:lnTo>
                  <a:pt x="2446058" y="1373111"/>
                </a:lnTo>
                <a:lnTo>
                  <a:pt x="2484145" y="1334693"/>
                </a:lnTo>
                <a:lnTo>
                  <a:pt x="2559012" y="1257579"/>
                </a:lnTo>
                <a:lnTo>
                  <a:pt x="2603423" y="1213726"/>
                </a:lnTo>
                <a:lnTo>
                  <a:pt x="2813215" y="1086764"/>
                </a:lnTo>
                <a:lnTo>
                  <a:pt x="2897936" y="1037717"/>
                </a:lnTo>
                <a:lnTo>
                  <a:pt x="3832606" y="496443"/>
                </a:lnTo>
                <a:lnTo>
                  <a:pt x="3856990" y="538505"/>
                </a:lnTo>
                <a:lnTo>
                  <a:pt x="4027017" y="834021"/>
                </a:lnTo>
                <a:lnTo>
                  <a:pt x="4076496" y="919162"/>
                </a:lnTo>
                <a:lnTo>
                  <a:pt x="4101592" y="961898"/>
                </a:lnTo>
                <a:lnTo>
                  <a:pt x="4101592" y="712000"/>
                </a:lnTo>
                <a:lnTo>
                  <a:pt x="3977144" y="496443"/>
                </a:lnTo>
                <a:lnTo>
                  <a:pt x="3902087" y="367461"/>
                </a:lnTo>
                <a:lnTo>
                  <a:pt x="3877437" y="325374"/>
                </a:lnTo>
                <a:lnTo>
                  <a:pt x="2644775" y="1037717"/>
                </a:lnTo>
                <a:lnTo>
                  <a:pt x="2578544" y="962444"/>
                </a:lnTo>
                <a:lnTo>
                  <a:pt x="2446540" y="814870"/>
                </a:lnTo>
                <a:lnTo>
                  <a:pt x="2412238" y="776871"/>
                </a:lnTo>
                <a:lnTo>
                  <a:pt x="2314143" y="879919"/>
                </a:lnTo>
                <a:lnTo>
                  <a:pt x="2281885" y="913345"/>
                </a:lnTo>
                <a:lnTo>
                  <a:pt x="2249322" y="946302"/>
                </a:lnTo>
                <a:lnTo>
                  <a:pt x="2216150" y="978789"/>
                </a:lnTo>
                <a:lnTo>
                  <a:pt x="2171560" y="1004836"/>
                </a:lnTo>
                <a:lnTo>
                  <a:pt x="2105050" y="1017739"/>
                </a:lnTo>
                <a:lnTo>
                  <a:pt x="1906066" y="1047191"/>
                </a:lnTo>
                <a:lnTo>
                  <a:pt x="1710055" y="1077976"/>
                </a:lnTo>
                <a:lnTo>
                  <a:pt x="1661477" y="1083818"/>
                </a:lnTo>
                <a:lnTo>
                  <a:pt x="1613039" y="1086764"/>
                </a:lnTo>
                <a:lnTo>
                  <a:pt x="1564868" y="1085494"/>
                </a:lnTo>
                <a:lnTo>
                  <a:pt x="1517091" y="1078712"/>
                </a:lnTo>
                <a:lnTo>
                  <a:pt x="1469859" y="1065085"/>
                </a:lnTo>
                <a:lnTo>
                  <a:pt x="1459141" y="1060069"/>
                </a:lnTo>
                <a:lnTo>
                  <a:pt x="1423289" y="1043305"/>
                </a:lnTo>
                <a:lnTo>
                  <a:pt x="1416481" y="1041222"/>
                </a:lnTo>
                <a:lnTo>
                  <a:pt x="1401940" y="1037018"/>
                </a:lnTo>
                <a:lnTo>
                  <a:pt x="1395222" y="1034923"/>
                </a:lnTo>
                <a:lnTo>
                  <a:pt x="1347050" y="1025131"/>
                </a:lnTo>
                <a:lnTo>
                  <a:pt x="1298625" y="1016355"/>
                </a:lnTo>
                <a:lnTo>
                  <a:pt x="1250048" y="1010678"/>
                </a:lnTo>
                <a:lnTo>
                  <a:pt x="1201420" y="1010145"/>
                </a:lnTo>
                <a:lnTo>
                  <a:pt x="1152829" y="1016838"/>
                </a:lnTo>
                <a:lnTo>
                  <a:pt x="1104392" y="1032789"/>
                </a:lnTo>
                <a:lnTo>
                  <a:pt x="1056208" y="1060069"/>
                </a:lnTo>
                <a:lnTo>
                  <a:pt x="1046137" y="1047521"/>
                </a:lnTo>
                <a:lnTo>
                  <a:pt x="1036599" y="1035215"/>
                </a:lnTo>
                <a:lnTo>
                  <a:pt x="1027049" y="1023429"/>
                </a:lnTo>
                <a:lnTo>
                  <a:pt x="1016990" y="1012444"/>
                </a:lnTo>
                <a:lnTo>
                  <a:pt x="960958" y="956360"/>
                </a:lnTo>
                <a:lnTo>
                  <a:pt x="960958" y="2776474"/>
                </a:lnTo>
                <a:lnTo>
                  <a:pt x="819124" y="2858097"/>
                </a:lnTo>
                <a:lnTo>
                  <a:pt x="767651" y="2888615"/>
                </a:lnTo>
                <a:lnTo>
                  <a:pt x="501497" y="2423160"/>
                </a:lnTo>
                <a:lnTo>
                  <a:pt x="520395" y="2411438"/>
                </a:lnTo>
                <a:lnTo>
                  <a:pt x="539305" y="2401036"/>
                </a:lnTo>
                <a:lnTo>
                  <a:pt x="558215" y="2391156"/>
                </a:lnTo>
                <a:lnTo>
                  <a:pt x="577138" y="2380996"/>
                </a:lnTo>
                <a:lnTo>
                  <a:pt x="645934" y="2452674"/>
                </a:lnTo>
                <a:lnTo>
                  <a:pt x="960958" y="2776474"/>
                </a:lnTo>
                <a:lnTo>
                  <a:pt x="960958" y="956360"/>
                </a:lnTo>
                <a:lnTo>
                  <a:pt x="50419" y="44831"/>
                </a:lnTo>
                <a:lnTo>
                  <a:pt x="12598" y="10541"/>
                </a:lnTo>
                <a:lnTo>
                  <a:pt x="0" y="0"/>
                </a:lnTo>
                <a:lnTo>
                  <a:pt x="0" y="1503172"/>
                </a:lnTo>
                <a:lnTo>
                  <a:pt x="38963" y="1540903"/>
                </a:lnTo>
                <a:lnTo>
                  <a:pt x="230860" y="1723275"/>
                </a:lnTo>
                <a:lnTo>
                  <a:pt x="302577" y="1792097"/>
                </a:lnTo>
                <a:lnTo>
                  <a:pt x="293801" y="1847900"/>
                </a:lnTo>
                <a:lnTo>
                  <a:pt x="291592" y="1900428"/>
                </a:lnTo>
                <a:lnTo>
                  <a:pt x="291579" y="1900770"/>
                </a:lnTo>
                <a:lnTo>
                  <a:pt x="295389" y="1950974"/>
                </a:lnTo>
                <a:lnTo>
                  <a:pt x="304685" y="1998776"/>
                </a:lnTo>
                <a:lnTo>
                  <a:pt x="318960" y="2044446"/>
                </a:lnTo>
                <a:lnTo>
                  <a:pt x="337654" y="2088248"/>
                </a:lnTo>
                <a:lnTo>
                  <a:pt x="360248" y="2130450"/>
                </a:lnTo>
                <a:lnTo>
                  <a:pt x="386232" y="2171306"/>
                </a:lnTo>
                <a:lnTo>
                  <a:pt x="415036" y="2211108"/>
                </a:lnTo>
                <a:lnTo>
                  <a:pt x="446163" y="2250097"/>
                </a:lnTo>
                <a:lnTo>
                  <a:pt x="479082" y="2288540"/>
                </a:lnTo>
                <a:lnTo>
                  <a:pt x="441642" y="2310003"/>
                </a:lnTo>
                <a:lnTo>
                  <a:pt x="366788" y="2355113"/>
                </a:lnTo>
                <a:lnTo>
                  <a:pt x="327787" y="2378202"/>
                </a:lnTo>
                <a:lnTo>
                  <a:pt x="377964" y="2464206"/>
                </a:lnTo>
                <a:lnTo>
                  <a:pt x="623697" y="2888437"/>
                </a:lnTo>
                <a:lnTo>
                  <a:pt x="722820" y="3059684"/>
                </a:lnTo>
                <a:lnTo>
                  <a:pt x="1019467" y="2888615"/>
                </a:lnTo>
                <a:lnTo>
                  <a:pt x="1061821" y="2863469"/>
                </a:lnTo>
                <a:lnTo>
                  <a:pt x="1095857" y="2899016"/>
                </a:lnTo>
                <a:lnTo>
                  <a:pt x="1131011" y="2929902"/>
                </a:lnTo>
                <a:lnTo>
                  <a:pt x="1167752" y="2954223"/>
                </a:lnTo>
                <a:lnTo>
                  <a:pt x="1206500" y="2970072"/>
                </a:lnTo>
                <a:lnTo>
                  <a:pt x="1247686" y="2975508"/>
                </a:lnTo>
                <a:lnTo>
                  <a:pt x="1291780" y="2968650"/>
                </a:lnTo>
                <a:lnTo>
                  <a:pt x="1339215" y="2947543"/>
                </a:lnTo>
                <a:lnTo>
                  <a:pt x="1380388" y="2916720"/>
                </a:lnTo>
                <a:lnTo>
                  <a:pt x="1409026" y="2880537"/>
                </a:lnTo>
                <a:lnTo>
                  <a:pt x="1415897" y="2863469"/>
                </a:lnTo>
                <a:lnTo>
                  <a:pt x="1425676" y="2839212"/>
                </a:lnTo>
                <a:lnTo>
                  <a:pt x="1430896" y="2792984"/>
                </a:lnTo>
                <a:lnTo>
                  <a:pt x="1425206" y="2742069"/>
                </a:lnTo>
                <a:lnTo>
                  <a:pt x="1409192" y="2686685"/>
                </a:lnTo>
                <a:lnTo>
                  <a:pt x="1448739" y="2727782"/>
                </a:lnTo>
                <a:lnTo>
                  <a:pt x="1489227" y="2760154"/>
                </a:lnTo>
                <a:lnTo>
                  <a:pt x="1531112" y="2782062"/>
                </a:lnTo>
                <a:lnTo>
                  <a:pt x="1574850" y="2791841"/>
                </a:lnTo>
                <a:lnTo>
                  <a:pt x="1620926" y="2787751"/>
                </a:lnTo>
                <a:lnTo>
                  <a:pt x="1669796" y="2768092"/>
                </a:lnTo>
                <a:lnTo>
                  <a:pt x="1713522" y="2738450"/>
                </a:lnTo>
                <a:lnTo>
                  <a:pt x="1744268" y="2703131"/>
                </a:lnTo>
                <a:lnTo>
                  <a:pt x="1751660" y="2686685"/>
                </a:lnTo>
                <a:lnTo>
                  <a:pt x="1762544" y="2662517"/>
                </a:lnTo>
                <a:lnTo>
                  <a:pt x="1768919" y="2617000"/>
                </a:lnTo>
                <a:lnTo>
                  <a:pt x="1763941" y="2566974"/>
                </a:lnTo>
                <a:lnTo>
                  <a:pt x="1748155" y="2512822"/>
                </a:lnTo>
                <a:lnTo>
                  <a:pt x="1799310" y="2550490"/>
                </a:lnTo>
                <a:lnTo>
                  <a:pt x="1848967" y="2576525"/>
                </a:lnTo>
                <a:lnTo>
                  <a:pt x="1897075" y="2591028"/>
                </a:lnTo>
                <a:lnTo>
                  <a:pt x="1943531" y="2594076"/>
                </a:lnTo>
                <a:lnTo>
                  <a:pt x="1988273" y="2585770"/>
                </a:lnTo>
                <a:lnTo>
                  <a:pt x="2031238" y="2566162"/>
                </a:lnTo>
                <a:lnTo>
                  <a:pt x="2071484" y="2537155"/>
                </a:lnTo>
                <a:lnTo>
                  <a:pt x="2094738" y="2512822"/>
                </a:lnTo>
                <a:lnTo>
                  <a:pt x="2102269" y="2504948"/>
                </a:lnTo>
                <a:lnTo>
                  <a:pt x="2124138" y="2469781"/>
                </a:lnTo>
                <a:lnTo>
                  <a:pt x="2137613" y="2431885"/>
                </a:lnTo>
                <a:lnTo>
                  <a:pt x="2143201" y="2391486"/>
                </a:lnTo>
                <a:lnTo>
                  <a:pt x="2142769" y="2380996"/>
                </a:lnTo>
                <a:lnTo>
                  <a:pt x="2141436" y="2348839"/>
                </a:lnTo>
                <a:lnTo>
                  <a:pt x="2132863" y="2304161"/>
                </a:lnTo>
                <a:lnTo>
                  <a:pt x="2117979" y="2257679"/>
                </a:lnTo>
                <a:lnTo>
                  <a:pt x="2169490" y="2298052"/>
                </a:lnTo>
                <a:lnTo>
                  <a:pt x="2218499" y="2327910"/>
                </a:lnTo>
                <a:lnTo>
                  <a:pt x="2265248" y="2347430"/>
                </a:lnTo>
                <a:lnTo>
                  <a:pt x="2309977" y="2356739"/>
                </a:lnTo>
                <a:lnTo>
                  <a:pt x="2352954" y="2356002"/>
                </a:lnTo>
                <a:lnTo>
                  <a:pt x="2394407" y="2345372"/>
                </a:lnTo>
                <a:lnTo>
                  <a:pt x="2434590" y="2324989"/>
                </a:lnTo>
                <a:lnTo>
                  <a:pt x="2470099" y="2295575"/>
                </a:lnTo>
                <a:lnTo>
                  <a:pt x="2497378" y="2262365"/>
                </a:lnTo>
                <a:lnTo>
                  <a:pt x="2499766" y="2257679"/>
                </a:lnTo>
                <a:lnTo>
                  <a:pt x="2516428" y="2225040"/>
                </a:lnTo>
                <a:lnTo>
                  <a:pt x="2527249" y="2183257"/>
                </a:lnTo>
                <a:lnTo>
                  <a:pt x="2529827" y="2136660"/>
                </a:lnTo>
                <a:lnTo>
                  <a:pt x="2524175" y="2084920"/>
                </a:lnTo>
                <a:lnTo>
                  <a:pt x="2510282" y="2027682"/>
                </a:lnTo>
                <a:lnTo>
                  <a:pt x="2679738" y="1929511"/>
                </a:lnTo>
                <a:lnTo>
                  <a:pt x="4272534" y="1006856"/>
                </a:lnTo>
                <a:close/>
              </a:path>
              <a:path w="5331460" h="3413125">
                <a:moveTo>
                  <a:pt x="5330952" y="1146619"/>
                </a:moveTo>
                <a:lnTo>
                  <a:pt x="5297602" y="1170838"/>
                </a:lnTo>
                <a:lnTo>
                  <a:pt x="4493641" y="1971548"/>
                </a:lnTo>
                <a:lnTo>
                  <a:pt x="4473740" y="1987638"/>
                </a:lnTo>
                <a:lnTo>
                  <a:pt x="4454398" y="1997443"/>
                </a:lnTo>
                <a:lnTo>
                  <a:pt x="4432947" y="1999894"/>
                </a:lnTo>
                <a:lnTo>
                  <a:pt x="4406773" y="1993900"/>
                </a:lnTo>
                <a:lnTo>
                  <a:pt x="4371784" y="1980882"/>
                </a:lnTo>
                <a:lnTo>
                  <a:pt x="4334980" y="1971484"/>
                </a:lnTo>
                <a:lnTo>
                  <a:pt x="4297642" y="1966290"/>
                </a:lnTo>
                <a:lnTo>
                  <a:pt x="4261104" y="1965833"/>
                </a:lnTo>
                <a:lnTo>
                  <a:pt x="4210659" y="1966328"/>
                </a:lnTo>
                <a:lnTo>
                  <a:pt x="4059428" y="1966607"/>
                </a:lnTo>
                <a:lnTo>
                  <a:pt x="3958742" y="1967026"/>
                </a:lnTo>
                <a:lnTo>
                  <a:pt x="3908463" y="1967674"/>
                </a:lnTo>
                <a:lnTo>
                  <a:pt x="3858234" y="1968779"/>
                </a:lnTo>
                <a:lnTo>
                  <a:pt x="3808082" y="1970468"/>
                </a:lnTo>
                <a:lnTo>
                  <a:pt x="3757980" y="1972868"/>
                </a:lnTo>
                <a:lnTo>
                  <a:pt x="3707968" y="1976094"/>
                </a:lnTo>
                <a:lnTo>
                  <a:pt x="3658031" y="1980272"/>
                </a:lnTo>
                <a:lnTo>
                  <a:pt x="3608197" y="1985518"/>
                </a:lnTo>
                <a:lnTo>
                  <a:pt x="3557092" y="1992515"/>
                </a:lnTo>
                <a:lnTo>
                  <a:pt x="3506089" y="2000732"/>
                </a:lnTo>
                <a:lnTo>
                  <a:pt x="3455111" y="2010029"/>
                </a:lnTo>
                <a:lnTo>
                  <a:pt x="3404146" y="2020214"/>
                </a:lnTo>
                <a:lnTo>
                  <a:pt x="3353143" y="2031136"/>
                </a:lnTo>
                <a:lnTo>
                  <a:pt x="3302063" y="2042642"/>
                </a:lnTo>
                <a:lnTo>
                  <a:pt x="3250857" y="2054555"/>
                </a:lnTo>
                <a:lnTo>
                  <a:pt x="3096171" y="2091067"/>
                </a:lnTo>
                <a:lnTo>
                  <a:pt x="3044113" y="2102954"/>
                </a:lnTo>
                <a:lnTo>
                  <a:pt x="2991739" y="2114423"/>
                </a:lnTo>
                <a:lnTo>
                  <a:pt x="3007715" y="2171712"/>
                </a:lnTo>
                <a:lnTo>
                  <a:pt x="3022600" y="2226018"/>
                </a:lnTo>
                <a:lnTo>
                  <a:pt x="3037344" y="2277783"/>
                </a:lnTo>
                <a:lnTo>
                  <a:pt x="3052902" y="2327389"/>
                </a:lnTo>
                <a:lnTo>
                  <a:pt x="3070225" y="2375281"/>
                </a:lnTo>
                <a:lnTo>
                  <a:pt x="3095117" y="2419794"/>
                </a:lnTo>
                <a:lnTo>
                  <a:pt x="3129267" y="2454973"/>
                </a:lnTo>
                <a:lnTo>
                  <a:pt x="3170720" y="2480348"/>
                </a:lnTo>
                <a:lnTo>
                  <a:pt x="3217545" y="2495461"/>
                </a:lnTo>
                <a:lnTo>
                  <a:pt x="3267799" y="2499830"/>
                </a:lnTo>
                <a:lnTo>
                  <a:pt x="3319526" y="2493010"/>
                </a:lnTo>
                <a:lnTo>
                  <a:pt x="3418040" y="2466263"/>
                </a:lnTo>
                <a:lnTo>
                  <a:pt x="3467633" y="2453233"/>
                </a:lnTo>
                <a:lnTo>
                  <a:pt x="3517100" y="2440609"/>
                </a:lnTo>
                <a:lnTo>
                  <a:pt x="3566160" y="2428494"/>
                </a:lnTo>
                <a:lnTo>
                  <a:pt x="3581273" y="2424480"/>
                </a:lnTo>
                <a:lnTo>
                  <a:pt x="3596957" y="2421521"/>
                </a:lnTo>
                <a:lnTo>
                  <a:pt x="3612629" y="2420645"/>
                </a:lnTo>
                <a:lnTo>
                  <a:pt x="3627755" y="2422906"/>
                </a:lnTo>
                <a:lnTo>
                  <a:pt x="3678034" y="2438565"/>
                </a:lnTo>
                <a:lnTo>
                  <a:pt x="3728161" y="2454605"/>
                </a:lnTo>
                <a:lnTo>
                  <a:pt x="3880612" y="2504275"/>
                </a:lnTo>
                <a:lnTo>
                  <a:pt x="3933190" y="2521077"/>
                </a:lnTo>
                <a:lnTo>
                  <a:pt x="3922052" y="2528989"/>
                </a:lnTo>
                <a:lnTo>
                  <a:pt x="3913263" y="2536101"/>
                </a:lnTo>
                <a:lnTo>
                  <a:pt x="3906024" y="2542692"/>
                </a:lnTo>
                <a:lnTo>
                  <a:pt x="3899535" y="2549017"/>
                </a:lnTo>
                <a:lnTo>
                  <a:pt x="3336417" y="2944368"/>
                </a:lnTo>
                <a:lnTo>
                  <a:pt x="3315627" y="2955836"/>
                </a:lnTo>
                <a:lnTo>
                  <a:pt x="3292233" y="2964688"/>
                </a:lnTo>
                <a:lnTo>
                  <a:pt x="3267811" y="2970415"/>
                </a:lnTo>
                <a:lnTo>
                  <a:pt x="3243961" y="2972435"/>
                </a:lnTo>
                <a:lnTo>
                  <a:pt x="2195957" y="2972435"/>
                </a:lnTo>
                <a:lnTo>
                  <a:pt x="2148967" y="2977096"/>
                </a:lnTo>
                <a:lnTo>
                  <a:pt x="2104974" y="2990418"/>
                </a:lnTo>
                <a:lnTo>
                  <a:pt x="2065261" y="3011500"/>
                </a:lnTo>
                <a:lnTo>
                  <a:pt x="2031098" y="3039402"/>
                </a:lnTo>
                <a:lnTo>
                  <a:pt x="2003742" y="3073184"/>
                </a:lnTo>
                <a:lnTo>
                  <a:pt x="1984489" y="3111919"/>
                </a:lnTo>
                <a:lnTo>
                  <a:pt x="1974596" y="3154680"/>
                </a:lnTo>
                <a:lnTo>
                  <a:pt x="1971078" y="3205149"/>
                </a:lnTo>
                <a:lnTo>
                  <a:pt x="1969985" y="3255759"/>
                </a:lnTo>
                <a:lnTo>
                  <a:pt x="1970366" y="3306648"/>
                </a:lnTo>
                <a:lnTo>
                  <a:pt x="1971281" y="3357956"/>
                </a:lnTo>
                <a:lnTo>
                  <a:pt x="1971802" y="3409823"/>
                </a:lnTo>
                <a:lnTo>
                  <a:pt x="1983841" y="3410267"/>
                </a:lnTo>
                <a:lnTo>
                  <a:pt x="2004847" y="3412185"/>
                </a:lnTo>
                <a:lnTo>
                  <a:pt x="2013839" y="3412617"/>
                </a:lnTo>
                <a:lnTo>
                  <a:pt x="3263519" y="3412617"/>
                </a:lnTo>
                <a:lnTo>
                  <a:pt x="3282010" y="3412058"/>
                </a:lnTo>
                <a:lnTo>
                  <a:pt x="3299968" y="3410166"/>
                </a:lnTo>
                <a:lnTo>
                  <a:pt x="3317913" y="3406673"/>
                </a:lnTo>
                <a:lnTo>
                  <a:pt x="3336417" y="3401314"/>
                </a:lnTo>
                <a:lnTo>
                  <a:pt x="4577715" y="3070479"/>
                </a:lnTo>
                <a:lnTo>
                  <a:pt x="4625543" y="3056077"/>
                </a:lnTo>
                <a:lnTo>
                  <a:pt x="4670349" y="3038094"/>
                </a:lnTo>
                <a:lnTo>
                  <a:pt x="4712271" y="3016605"/>
                </a:lnTo>
                <a:lnTo>
                  <a:pt x="4751425" y="2991726"/>
                </a:lnTo>
                <a:lnTo>
                  <a:pt x="4787963" y="2963557"/>
                </a:lnTo>
                <a:lnTo>
                  <a:pt x="4822012" y="2932201"/>
                </a:lnTo>
                <a:lnTo>
                  <a:pt x="4853686" y="2897746"/>
                </a:lnTo>
                <a:lnTo>
                  <a:pt x="4883150" y="2860294"/>
                </a:lnTo>
                <a:lnTo>
                  <a:pt x="4906226" y="2825483"/>
                </a:lnTo>
                <a:lnTo>
                  <a:pt x="4926927" y="2789847"/>
                </a:lnTo>
                <a:lnTo>
                  <a:pt x="4948148" y="2755785"/>
                </a:lnTo>
                <a:lnTo>
                  <a:pt x="4972812" y="2725674"/>
                </a:lnTo>
                <a:lnTo>
                  <a:pt x="5008245" y="2688844"/>
                </a:lnTo>
                <a:lnTo>
                  <a:pt x="5043983" y="2652318"/>
                </a:lnTo>
                <a:lnTo>
                  <a:pt x="5079962" y="2616047"/>
                </a:lnTo>
                <a:lnTo>
                  <a:pt x="5152428" y="2544178"/>
                </a:lnTo>
                <a:lnTo>
                  <a:pt x="5330952" y="2369997"/>
                </a:lnTo>
                <a:lnTo>
                  <a:pt x="5330952" y="1146619"/>
                </a:lnTo>
                <a:close/>
              </a:path>
            </a:pathLst>
          </a:custGeom>
          <a:solidFill>
            <a:srgbClr val="6E6E77">
              <a:alpha val="3411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01751" y="2722854"/>
            <a:ext cx="3924300" cy="2943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2700" algn="ctr">
              <a:lnSpc>
                <a:spcPct val="113900"/>
              </a:lnSpc>
              <a:spcBef>
                <a:spcPts val="90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Leaders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take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complete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accountability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their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actions,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results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setbacks.</a:t>
            </a:r>
            <a:r>
              <a:rPr sz="14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go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out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their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way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influence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others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get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things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done.</a:t>
            </a:r>
            <a:endParaRPr sz="1400">
              <a:latin typeface="Arial MT"/>
              <a:cs typeface="Arial MT"/>
            </a:endParaRPr>
          </a:p>
          <a:p>
            <a:pPr marL="24765" marR="9525" indent="-6350" algn="ctr">
              <a:lnSpc>
                <a:spcPts val="1920"/>
              </a:lnSpc>
              <a:spcBef>
                <a:spcPts val="95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Leaders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 self-managed.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think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act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on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behalf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whole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organization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just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endParaRPr sz="1400">
              <a:latin typeface="Arial MT"/>
              <a:cs typeface="Arial MT"/>
            </a:endParaRPr>
          </a:p>
          <a:p>
            <a:pPr marL="24765" marR="13970" algn="ctr">
              <a:lnSpc>
                <a:spcPts val="1910"/>
              </a:lnSpc>
              <a:spcBef>
                <a:spcPts val="10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teams/business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units.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Leaders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seldom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say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"that's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my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job".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Even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times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  <a:p>
            <a:pPr marL="1905" algn="ctr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different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point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view,</a:t>
            </a:r>
            <a:r>
              <a:rPr sz="1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Leaders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back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decisions</a:t>
            </a:r>
            <a:endParaRPr sz="1400">
              <a:latin typeface="Arial MT"/>
              <a:cs typeface="Arial MT"/>
            </a:endParaRPr>
          </a:p>
          <a:p>
            <a:pPr marL="1270" algn="ctr">
              <a:lnSpc>
                <a:spcPct val="100000"/>
              </a:lnSpc>
              <a:spcBef>
                <a:spcPts val="229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with 100%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commitment.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4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“pass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the</a:t>
            </a:r>
            <a:endParaRPr sz="1400">
              <a:latin typeface="Arial MT"/>
              <a:cs typeface="Arial MT"/>
            </a:endParaRPr>
          </a:p>
          <a:p>
            <a:pPr marL="153035" marR="142875" algn="ctr">
              <a:lnSpc>
                <a:spcPct val="113900"/>
              </a:lnSpc>
              <a:spcBef>
                <a:spcPts val="10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buck”.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people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take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ownership,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mistakes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may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occur.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such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instances,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ownership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is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celebrated</a:t>
            </a:r>
            <a:r>
              <a:rPr sz="14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while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mistakes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corrected.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91029" y="5824475"/>
            <a:ext cx="548640" cy="45720"/>
          </a:xfrm>
          <a:custGeom>
            <a:avLst/>
            <a:gdLst/>
            <a:ahLst/>
            <a:cxnLst/>
            <a:rect l="l" t="t" r="r" b="b"/>
            <a:pathLst>
              <a:path w="548639" h="45720">
                <a:moveTo>
                  <a:pt x="548640" y="0"/>
                </a:moveTo>
                <a:lnTo>
                  <a:pt x="0" y="0"/>
                </a:lnTo>
                <a:lnTo>
                  <a:pt x="0" y="45718"/>
                </a:lnTo>
                <a:lnTo>
                  <a:pt x="548640" y="45718"/>
                </a:lnTo>
                <a:lnTo>
                  <a:pt x="5486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58671" y="1916112"/>
            <a:ext cx="2797175" cy="492759"/>
          </a:xfrm>
          <a:custGeom>
            <a:avLst/>
            <a:gdLst/>
            <a:ahLst/>
            <a:cxnLst/>
            <a:rect l="l" t="t" r="r" b="b"/>
            <a:pathLst>
              <a:path w="2797175" h="492760">
                <a:moveTo>
                  <a:pt x="2796667" y="0"/>
                </a:moveTo>
                <a:lnTo>
                  <a:pt x="0" y="0"/>
                </a:lnTo>
                <a:lnTo>
                  <a:pt x="0" y="492442"/>
                </a:lnTo>
                <a:lnTo>
                  <a:pt x="2796667" y="492442"/>
                </a:lnTo>
                <a:lnTo>
                  <a:pt x="27966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57427" y="1880362"/>
            <a:ext cx="27984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/>
              <a:t>OWNERSHIP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E528EE4-9BA6-3841-3DAB-47D40BB16BFB}"/>
              </a:ext>
            </a:extLst>
          </p:cNvPr>
          <p:cNvSpPr txBox="1"/>
          <p:nvPr/>
        </p:nvSpPr>
        <p:spPr>
          <a:xfrm>
            <a:off x="457200" y="1651000"/>
            <a:ext cx="457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Owned the actions, results   and setback and did not blame others for failure</a:t>
            </a:r>
          </a:p>
          <a:p>
            <a:pPr marL="457200" indent="-457200" algn="l">
              <a:buFont typeface="+mj-lt"/>
              <a:buAutoNum type="alphaUcPeriod"/>
            </a:pPr>
            <a:endParaRPr lang="en-IN" sz="2400" b="0" i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shall always live by my values</a:t>
            </a:r>
          </a:p>
          <a:p>
            <a:pPr marL="457200" indent="-457200" algn="l">
              <a:buFont typeface="+mj-lt"/>
              <a:buAutoNum type="alphaUcPeriod"/>
            </a:pPr>
            <a:endParaRPr lang="en-IN" sz="2400" b="0" i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shall support my team members in challenging times</a:t>
            </a:r>
          </a:p>
          <a:p>
            <a:pPr marL="457200" indent="-457200" algn="l">
              <a:buFont typeface="+mj-lt"/>
              <a:buAutoNum type="alphaUcPeriod"/>
            </a:pPr>
            <a:endParaRPr lang="en-IN" sz="2400" b="0" i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Did not pass the buck when faced with challenges or when mistakes occurred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1613BDF5-7A7C-CA96-901F-869794288F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7777" y="480950"/>
            <a:ext cx="27984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>
                <a:solidFill>
                  <a:schemeClr val="bg1"/>
                </a:solidFill>
              </a:rPr>
              <a:t>OWNERSHIP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82DD22-1846-90B2-92FD-0A0DE8C78F67}"/>
              </a:ext>
            </a:extLst>
          </p:cNvPr>
          <p:cNvSpPr txBox="1"/>
          <p:nvPr/>
        </p:nvSpPr>
        <p:spPr>
          <a:xfrm>
            <a:off x="2145862" y="994665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pic>
        <p:nvPicPr>
          <p:cNvPr id="3" name="Graphic 2" descr="Questions with solid fill">
            <a:extLst>
              <a:ext uri="{FF2B5EF4-FFF2-40B4-BE49-F238E27FC236}">
                <a16:creationId xmlns:a16="http://schemas.microsoft.com/office/drawing/2014/main" id="{B4614AA9-88EB-C705-495B-88DECE3376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8507" y="737807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21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7EF89A-C817-E691-2D35-D78A89AE3746}"/>
              </a:ext>
            </a:extLst>
          </p:cNvPr>
          <p:cNvSpPr txBox="1"/>
          <p:nvPr/>
        </p:nvSpPr>
        <p:spPr>
          <a:xfrm>
            <a:off x="457200" y="1651000"/>
            <a:ext cx="457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rgbClr val="00B050"/>
                </a:solidFill>
                <a:effectLst/>
              </a:rPr>
              <a:t>Owned the actions, results   and setback and did not blame others for failure</a:t>
            </a:r>
          </a:p>
          <a:p>
            <a:pPr marL="457200" indent="-457200" algn="l">
              <a:buFont typeface="+mj-lt"/>
              <a:buAutoNum type="alphaUcPeriod"/>
            </a:pPr>
            <a:endParaRPr lang="en-IN" sz="2400" b="0" i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shall always live by my values</a:t>
            </a:r>
          </a:p>
          <a:p>
            <a:pPr marL="457200" indent="-457200" algn="l">
              <a:buFont typeface="+mj-lt"/>
              <a:buAutoNum type="alphaUcPeriod"/>
            </a:pPr>
            <a:endParaRPr lang="en-IN" sz="2400" b="0" i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shall support my team members in challenging times</a:t>
            </a:r>
          </a:p>
          <a:p>
            <a:pPr marL="457200" indent="-457200" algn="l">
              <a:buFont typeface="+mj-lt"/>
              <a:buAutoNum type="alphaUcPeriod"/>
            </a:pPr>
            <a:endParaRPr lang="en-IN" sz="2400" b="0" i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rgbClr val="00B050"/>
                </a:solidFill>
                <a:effectLst/>
              </a:rPr>
              <a:t>Did not pass the buck when faced with challenges or when mistakes occurred</a:t>
            </a:r>
            <a:endParaRPr lang="en-IN" sz="2400" b="0" i="0" u="none" strike="noStrike">
              <a:solidFill>
                <a:srgbClr val="00B050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B7E12F05-211C-6D17-4BB3-A95A858E52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7777" y="480950"/>
            <a:ext cx="27984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>
                <a:solidFill>
                  <a:schemeClr val="bg1"/>
                </a:solidFill>
              </a:rPr>
              <a:t>OWNERSHIP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CD145-3B6F-503B-B7DB-4A1E3FD6CD0E}"/>
              </a:ext>
            </a:extLst>
          </p:cNvPr>
          <p:cNvSpPr txBox="1"/>
          <p:nvPr/>
        </p:nvSpPr>
        <p:spPr>
          <a:xfrm>
            <a:off x="2145862" y="994665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4CDC5EF3-3E42-4F06-40AF-10504C0385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4211" y="717431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B8D0AC7F-E52B-EEDA-E9AF-A445C3D174EB}"/>
              </a:ext>
            </a:extLst>
          </p:cNvPr>
          <p:cNvSpPr/>
          <p:nvPr/>
        </p:nvSpPr>
        <p:spPr>
          <a:xfrm>
            <a:off x="1144244" y="772350"/>
            <a:ext cx="2797175" cy="492759"/>
          </a:xfrm>
          <a:custGeom>
            <a:avLst/>
            <a:gdLst/>
            <a:ahLst/>
            <a:cxnLst/>
            <a:rect l="l" t="t" r="r" b="b"/>
            <a:pathLst>
              <a:path w="2797175" h="492760">
                <a:moveTo>
                  <a:pt x="2796667" y="0"/>
                </a:moveTo>
                <a:lnTo>
                  <a:pt x="0" y="0"/>
                </a:lnTo>
                <a:lnTo>
                  <a:pt x="0" y="492442"/>
                </a:lnTo>
                <a:lnTo>
                  <a:pt x="2796667" y="492442"/>
                </a:lnTo>
                <a:lnTo>
                  <a:pt x="27966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96549E86-4ED3-FF68-D188-3BA876FE62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736600"/>
            <a:ext cx="27984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/>
              <a:t>OWNERSHIP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921595-8F5E-3146-C499-99203071E6EB}"/>
              </a:ext>
            </a:extLst>
          </p:cNvPr>
          <p:cNvSpPr txBox="1"/>
          <p:nvPr/>
        </p:nvSpPr>
        <p:spPr>
          <a:xfrm>
            <a:off x="457200" y="2717800"/>
            <a:ext cx="443240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Living the Leadership Principle</a:t>
            </a: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r>
              <a:rPr lang="en-US" sz="3600">
                <a:solidFill>
                  <a:schemeClr val="bg1"/>
                </a:solidFill>
              </a:rPr>
              <a:t>Experience sharing</a:t>
            </a:r>
          </a:p>
        </p:txBody>
      </p:sp>
    </p:spTree>
    <p:extLst>
      <p:ext uri="{BB962C8B-B14F-4D97-AF65-F5344CB8AC3E}">
        <p14:creationId xmlns:p14="http://schemas.microsoft.com/office/powerpoint/2010/main" val="3275089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B59249-ECC3-DC4D-09F5-FC952FA8BCB1}"/>
              </a:ext>
            </a:extLst>
          </p:cNvPr>
          <p:cNvSpPr txBox="1"/>
          <p:nvPr/>
        </p:nvSpPr>
        <p:spPr>
          <a:xfrm>
            <a:off x="261937" y="1583997"/>
            <a:ext cx="49196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Ananya, a marketing strategist, noticed misalignment between the product and sales teams during a major launch. Though it wasn’t her responsibility, she knew inconsistent messaging could hurt the customer experience. She proactively brought the teams together, created a unified messaging guide, and facilitated alignment—all without being asked.</a:t>
            </a:r>
          </a:p>
          <a:p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</a:rPr>
              <a:t>Thanks to her initiative, the launch was a success. Leadership later praised her for thinking beyond her role and acting on behalf of the entire organization</a:t>
            </a: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1DD8C280-6739-6500-41A3-B640F2E91A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7777" y="203200"/>
            <a:ext cx="27984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>
                <a:solidFill>
                  <a:schemeClr val="bg1"/>
                </a:solidFill>
              </a:rPr>
              <a:t>OWNERSHIP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8DC6E-CAD6-DC5A-532E-BC62894EDDCF}"/>
              </a:ext>
            </a:extLst>
          </p:cNvPr>
          <p:cNvSpPr txBox="1"/>
          <p:nvPr/>
        </p:nvSpPr>
        <p:spPr>
          <a:xfrm>
            <a:off x="1975143" y="716915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Situation</a:t>
            </a:r>
          </a:p>
        </p:txBody>
      </p:sp>
    </p:spTree>
    <p:extLst>
      <p:ext uri="{BB962C8B-B14F-4D97-AF65-F5344CB8AC3E}">
        <p14:creationId xmlns:p14="http://schemas.microsoft.com/office/powerpoint/2010/main" val="1438960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0435C5-C856-046A-B214-C31B17263633}"/>
              </a:ext>
            </a:extLst>
          </p:cNvPr>
          <p:cNvSpPr txBox="1"/>
          <p:nvPr/>
        </p:nvSpPr>
        <p:spPr>
          <a:xfrm>
            <a:off x="202406" y="812800"/>
            <a:ext cx="4929188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 sz="2000">
                <a:solidFill>
                  <a:schemeClr val="bg1"/>
                </a:solidFill>
              </a:rPr>
              <a:t>Owned the actions, results and setback and did not blame others for failure</a:t>
            </a:r>
          </a:p>
          <a:p>
            <a:pPr marL="342900" indent="-342900">
              <a:buFont typeface="+mj-lt"/>
              <a:buAutoNum type="alphaUcPeriod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2000">
                <a:solidFill>
                  <a:schemeClr val="bg1"/>
                </a:solidFill>
              </a:rPr>
              <a:t>Went out of the way to get things done, when faced with challenges</a:t>
            </a:r>
          </a:p>
          <a:p>
            <a:pPr marL="342900" indent="-342900">
              <a:buFont typeface="+mj-lt"/>
              <a:buAutoNum type="alphaUcPeriod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2000">
                <a:solidFill>
                  <a:schemeClr val="bg1"/>
                </a:solidFill>
              </a:rPr>
              <a:t>Thought and acted on behalf of the entire organization rather than just the team/business unit</a:t>
            </a:r>
          </a:p>
          <a:p>
            <a:pPr marL="342900" indent="-342900">
              <a:buFont typeface="+mj-lt"/>
              <a:buAutoNum type="alphaUcPeriod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2000">
                <a:solidFill>
                  <a:schemeClr val="bg1"/>
                </a:solidFill>
              </a:rPr>
              <a:t>Even at times when there were different points of view, backed decisions with 100% commitment</a:t>
            </a:r>
          </a:p>
          <a:p>
            <a:pPr marL="342900" indent="-342900">
              <a:buFont typeface="+mj-lt"/>
              <a:buAutoNum type="alphaUcPeriod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2000">
                <a:solidFill>
                  <a:schemeClr val="bg1"/>
                </a:solidFill>
              </a:rPr>
              <a:t>Did not pass the buck when faced with challenges or when mistakes occurred</a:t>
            </a:r>
          </a:p>
          <a:p>
            <a:pPr marL="342900" indent="-342900">
              <a:buFont typeface="+mj-lt"/>
              <a:buAutoNum type="alphaUcPeriod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2000">
                <a:solidFill>
                  <a:schemeClr val="bg1"/>
                </a:solidFill>
              </a:rPr>
              <a:t>Corrected mistakes of team members but celebrated their ownership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17D31-7F9D-92B5-A1CD-7902B3A163B2}"/>
              </a:ext>
            </a:extLst>
          </p:cNvPr>
          <p:cNvSpPr txBox="1"/>
          <p:nvPr/>
        </p:nvSpPr>
        <p:spPr>
          <a:xfrm>
            <a:off x="1746270" y="279400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Evidences</a:t>
            </a:r>
          </a:p>
        </p:txBody>
      </p:sp>
      <p:pic>
        <p:nvPicPr>
          <p:cNvPr id="2" name="Graphic 1" descr="Questions with solid fill">
            <a:extLst>
              <a:ext uri="{FF2B5EF4-FFF2-40B4-BE49-F238E27FC236}">
                <a16:creationId xmlns:a16="http://schemas.microsoft.com/office/drawing/2014/main" id="{F508CA11-72CE-B0A3-C94D-42CD3639D0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43400" y="2794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424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139326-372E-C189-7911-A0DE41040FDA}"/>
              </a:ext>
            </a:extLst>
          </p:cNvPr>
          <p:cNvSpPr txBox="1"/>
          <p:nvPr/>
        </p:nvSpPr>
        <p:spPr>
          <a:xfrm>
            <a:off x="202406" y="812800"/>
            <a:ext cx="4929188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 sz="2000">
                <a:solidFill>
                  <a:srgbClr val="00B050"/>
                </a:solidFill>
              </a:rPr>
              <a:t>Owned the actions, results and setback and did not blame others for failure</a:t>
            </a:r>
          </a:p>
          <a:p>
            <a:pPr marL="342900" indent="-342900">
              <a:buFont typeface="+mj-lt"/>
              <a:buAutoNum type="alphaUcPeriod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2000">
                <a:solidFill>
                  <a:srgbClr val="00B050"/>
                </a:solidFill>
              </a:rPr>
              <a:t>Went out of the way to get things done, when faced with challenges</a:t>
            </a:r>
          </a:p>
          <a:p>
            <a:pPr marL="342900" indent="-342900">
              <a:buFont typeface="+mj-lt"/>
              <a:buAutoNum type="alphaUcPeriod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2000">
                <a:solidFill>
                  <a:srgbClr val="00B050"/>
                </a:solidFill>
              </a:rPr>
              <a:t>Thought and acted on behalf of the entire organization rather than just the team/business unit</a:t>
            </a:r>
          </a:p>
          <a:p>
            <a:pPr marL="342900" indent="-342900">
              <a:buFont typeface="+mj-lt"/>
              <a:buAutoNum type="alphaUcPeriod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2000">
                <a:solidFill>
                  <a:schemeClr val="bg1"/>
                </a:solidFill>
              </a:rPr>
              <a:t>Even at times when there were different points of view, backed decisions with 100% commitment</a:t>
            </a:r>
          </a:p>
          <a:p>
            <a:pPr marL="342900" indent="-342900">
              <a:buFont typeface="+mj-lt"/>
              <a:buAutoNum type="alphaUcPeriod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2000">
                <a:solidFill>
                  <a:srgbClr val="00B050"/>
                </a:solidFill>
              </a:rPr>
              <a:t>Did not pass the buck when faced with challenges or when mistakes occurred</a:t>
            </a:r>
          </a:p>
          <a:p>
            <a:pPr marL="342900" indent="-342900">
              <a:buFont typeface="+mj-lt"/>
              <a:buAutoNum type="alphaUcPeriod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2000">
                <a:solidFill>
                  <a:schemeClr val="bg1"/>
                </a:solidFill>
              </a:rPr>
              <a:t>Corrected mistakes of team members but celebrated their ownership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7EFDFB-7438-F16B-994F-93B7E6DC0CE4}"/>
              </a:ext>
            </a:extLst>
          </p:cNvPr>
          <p:cNvSpPr txBox="1"/>
          <p:nvPr/>
        </p:nvSpPr>
        <p:spPr>
          <a:xfrm>
            <a:off x="1746270" y="279400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Evidences</a:t>
            </a:r>
          </a:p>
        </p:txBody>
      </p:sp>
      <p:pic>
        <p:nvPicPr>
          <p:cNvPr id="4" name="Graphic 3" descr="Customer review with solid fill">
            <a:extLst>
              <a:ext uri="{FF2B5EF4-FFF2-40B4-BE49-F238E27FC236}">
                <a16:creationId xmlns:a16="http://schemas.microsoft.com/office/drawing/2014/main" id="{BADEF35C-D201-2FF8-7028-39071C25F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600" y="295031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37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6838" y="0"/>
            <a:ext cx="228600" cy="352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26838" y="0"/>
            <a:ext cx="228600" cy="3524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800" spc="-50">
                <a:solidFill>
                  <a:srgbClr val="FFFFFF"/>
                </a:solidFill>
                <a:latin typeface="Arial MT"/>
                <a:cs typeface="Arial MT"/>
              </a:rPr>
              <a:t>8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17547" y="4795900"/>
            <a:ext cx="893444" cy="897255"/>
          </a:xfrm>
          <a:custGeom>
            <a:avLst/>
            <a:gdLst/>
            <a:ahLst/>
            <a:cxnLst/>
            <a:rect l="l" t="t" r="r" b="b"/>
            <a:pathLst>
              <a:path w="893444" h="897254">
                <a:moveTo>
                  <a:pt x="439673" y="0"/>
                </a:moveTo>
                <a:lnTo>
                  <a:pt x="390657" y="3394"/>
                </a:lnTo>
                <a:lnTo>
                  <a:pt x="343390" y="11827"/>
                </a:lnTo>
                <a:lnTo>
                  <a:pt x="298118" y="25040"/>
                </a:lnTo>
                <a:lnTo>
                  <a:pt x="255088" y="42771"/>
                </a:lnTo>
                <a:lnTo>
                  <a:pt x="214545" y="64760"/>
                </a:lnTo>
                <a:lnTo>
                  <a:pt x="176735" y="90747"/>
                </a:lnTo>
                <a:lnTo>
                  <a:pt x="141904" y="120470"/>
                </a:lnTo>
                <a:lnTo>
                  <a:pt x="110297" y="153670"/>
                </a:lnTo>
                <a:lnTo>
                  <a:pt x="82161" y="190085"/>
                </a:lnTo>
                <a:lnTo>
                  <a:pt x="57742" y="229456"/>
                </a:lnTo>
                <a:lnTo>
                  <a:pt x="37285" y="271521"/>
                </a:lnTo>
                <a:lnTo>
                  <a:pt x="21037" y="316020"/>
                </a:lnTo>
                <a:lnTo>
                  <a:pt x="9242" y="362693"/>
                </a:lnTo>
                <a:lnTo>
                  <a:pt x="2148" y="411279"/>
                </a:lnTo>
                <a:lnTo>
                  <a:pt x="0" y="461517"/>
                </a:lnTo>
                <a:lnTo>
                  <a:pt x="3441" y="508380"/>
                </a:lnTo>
                <a:lnTo>
                  <a:pt x="11983" y="554022"/>
                </a:lnTo>
                <a:lnTo>
                  <a:pt x="25315" y="598138"/>
                </a:lnTo>
                <a:lnTo>
                  <a:pt x="43126" y="640421"/>
                </a:lnTo>
                <a:lnTo>
                  <a:pt x="65103" y="680564"/>
                </a:lnTo>
                <a:lnTo>
                  <a:pt x="90938" y="718263"/>
                </a:lnTo>
                <a:lnTo>
                  <a:pt x="120317" y="753210"/>
                </a:lnTo>
                <a:lnTo>
                  <a:pt x="152930" y="785100"/>
                </a:lnTo>
                <a:lnTo>
                  <a:pt x="188466" y="813626"/>
                </a:lnTo>
                <a:lnTo>
                  <a:pt x="226615" y="838482"/>
                </a:lnTo>
                <a:lnTo>
                  <a:pt x="267063" y="859362"/>
                </a:lnTo>
                <a:lnTo>
                  <a:pt x="309502" y="875960"/>
                </a:lnTo>
                <a:lnTo>
                  <a:pt x="353618" y="887970"/>
                </a:lnTo>
                <a:lnTo>
                  <a:pt x="399102" y="895086"/>
                </a:lnTo>
                <a:lnTo>
                  <a:pt x="445642" y="897000"/>
                </a:lnTo>
                <a:lnTo>
                  <a:pt x="492718" y="894326"/>
                </a:lnTo>
                <a:lnTo>
                  <a:pt x="538179" y="887202"/>
                </a:lnTo>
                <a:lnTo>
                  <a:pt x="581827" y="875834"/>
                </a:lnTo>
                <a:lnTo>
                  <a:pt x="623462" y="860428"/>
                </a:lnTo>
                <a:lnTo>
                  <a:pt x="662884" y="841190"/>
                </a:lnTo>
                <a:lnTo>
                  <a:pt x="699893" y="818325"/>
                </a:lnTo>
                <a:lnTo>
                  <a:pt x="734289" y="792040"/>
                </a:lnTo>
                <a:lnTo>
                  <a:pt x="765873" y="762539"/>
                </a:lnTo>
                <a:lnTo>
                  <a:pt x="794444" y="730029"/>
                </a:lnTo>
                <a:lnTo>
                  <a:pt x="819804" y="694716"/>
                </a:lnTo>
                <a:lnTo>
                  <a:pt x="841751" y="656804"/>
                </a:lnTo>
                <a:lnTo>
                  <a:pt x="860087" y="616501"/>
                </a:lnTo>
                <a:lnTo>
                  <a:pt x="874611" y="574012"/>
                </a:lnTo>
                <a:lnTo>
                  <a:pt x="885125" y="529541"/>
                </a:lnTo>
                <a:lnTo>
                  <a:pt x="891426" y="483296"/>
                </a:lnTo>
                <a:lnTo>
                  <a:pt x="893317" y="435482"/>
                </a:lnTo>
                <a:lnTo>
                  <a:pt x="889874" y="387885"/>
                </a:lnTo>
                <a:lnTo>
                  <a:pt x="881315" y="341657"/>
                </a:lnTo>
                <a:lnTo>
                  <a:pt x="867938" y="297094"/>
                </a:lnTo>
                <a:lnTo>
                  <a:pt x="850040" y="254493"/>
                </a:lnTo>
                <a:lnTo>
                  <a:pt x="827917" y="214150"/>
                </a:lnTo>
                <a:lnTo>
                  <a:pt x="801867" y="176360"/>
                </a:lnTo>
                <a:lnTo>
                  <a:pt x="772187" y="141419"/>
                </a:lnTo>
                <a:lnTo>
                  <a:pt x="739173" y="109625"/>
                </a:lnTo>
                <a:lnTo>
                  <a:pt x="703122" y="81271"/>
                </a:lnTo>
                <a:lnTo>
                  <a:pt x="664332" y="56656"/>
                </a:lnTo>
                <a:lnTo>
                  <a:pt x="623098" y="36073"/>
                </a:lnTo>
                <a:lnTo>
                  <a:pt x="579719" y="19821"/>
                </a:lnTo>
                <a:lnTo>
                  <a:pt x="534490" y="8193"/>
                </a:lnTo>
                <a:lnTo>
                  <a:pt x="487710" y="1488"/>
                </a:lnTo>
                <a:lnTo>
                  <a:pt x="439673" y="0"/>
                </a:lnTo>
                <a:close/>
              </a:path>
            </a:pathLst>
          </a:custGeom>
          <a:solidFill>
            <a:srgbClr val="6E6E77">
              <a:alpha val="3411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2899" y="5784976"/>
            <a:ext cx="4051300" cy="1777364"/>
          </a:xfrm>
          <a:custGeom>
            <a:avLst/>
            <a:gdLst/>
            <a:ahLst/>
            <a:cxnLst/>
            <a:rect l="l" t="t" r="r" b="b"/>
            <a:pathLst>
              <a:path w="4051300" h="1777365">
                <a:moveTo>
                  <a:pt x="1108811" y="376047"/>
                </a:moveTo>
                <a:lnTo>
                  <a:pt x="1105966" y="327393"/>
                </a:lnTo>
                <a:lnTo>
                  <a:pt x="1097661" y="280962"/>
                </a:lnTo>
                <a:lnTo>
                  <a:pt x="1084199" y="237032"/>
                </a:lnTo>
                <a:lnTo>
                  <a:pt x="1065872" y="195922"/>
                </a:lnTo>
                <a:lnTo>
                  <a:pt x="1043000" y="157899"/>
                </a:lnTo>
                <a:lnTo>
                  <a:pt x="1015885" y="123266"/>
                </a:lnTo>
                <a:lnTo>
                  <a:pt x="984846" y="92303"/>
                </a:lnTo>
                <a:lnTo>
                  <a:pt x="950175" y="65316"/>
                </a:lnTo>
                <a:lnTo>
                  <a:pt x="912177" y="42570"/>
                </a:lnTo>
                <a:lnTo>
                  <a:pt x="871169" y="24384"/>
                </a:lnTo>
                <a:lnTo>
                  <a:pt x="827455" y="11036"/>
                </a:lnTo>
                <a:lnTo>
                  <a:pt x="781342" y="2806"/>
                </a:lnTo>
                <a:lnTo>
                  <a:pt x="733145" y="0"/>
                </a:lnTo>
                <a:lnTo>
                  <a:pt x="685482" y="3556"/>
                </a:lnTo>
                <a:lnTo>
                  <a:pt x="639279" y="13868"/>
                </a:lnTo>
                <a:lnTo>
                  <a:pt x="595033" y="30416"/>
                </a:lnTo>
                <a:lnTo>
                  <a:pt x="553275" y="52641"/>
                </a:lnTo>
                <a:lnTo>
                  <a:pt x="514527" y="80048"/>
                </a:lnTo>
                <a:lnTo>
                  <a:pt x="479323" y="112077"/>
                </a:lnTo>
                <a:lnTo>
                  <a:pt x="448170" y="148221"/>
                </a:lnTo>
                <a:lnTo>
                  <a:pt x="421601" y="187947"/>
                </a:lnTo>
                <a:lnTo>
                  <a:pt x="400138" y="230708"/>
                </a:lnTo>
                <a:lnTo>
                  <a:pt x="384314" y="275996"/>
                </a:lnTo>
                <a:lnTo>
                  <a:pt x="374624" y="323265"/>
                </a:lnTo>
                <a:lnTo>
                  <a:pt x="371627" y="371983"/>
                </a:lnTo>
                <a:lnTo>
                  <a:pt x="374446" y="418973"/>
                </a:lnTo>
                <a:lnTo>
                  <a:pt x="382714" y="464134"/>
                </a:lnTo>
                <a:lnTo>
                  <a:pt x="396087" y="507123"/>
                </a:lnTo>
                <a:lnTo>
                  <a:pt x="414197" y="547598"/>
                </a:lnTo>
                <a:lnTo>
                  <a:pt x="436740" y="585241"/>
                </a:lnTo>
                <a:lnTo>
                  <a:pt x="463346" y="619709"/>
                </a:lnTo>
                <a:lnTo>
                  <a:pt x="493699" y="650671"/>
                </a:lnTo>
                <a:lnTo>
                  <a:pt x="527443" y="677786"/>
                </a:lnTo>
                <a:lnTo>
                  <a:pt x="564235" y="700722"/>
                </a:lnTo>
                <a:lnTo>
                  <a:pt x="603745" y="719150"/>
                </a:lnTo>
                <a:lnTo>
                  <a:pt x="645629" y="732726"/>
                </a:lnTo>
                <a:lnTo>
                  <a:pt x="689559" y="741108"/>
                </a:lnTo>
                <a:lnTo>
                  <a:pt x="735177" y="743978"/>
                </a:lnTo>
                <a:lnTo>
                  <a:pt x="782548" y="740727"/>
                </a:lnTo>
                <a:lnTo>
                  <a:pt x="828014" y="732078"/>
                </a:lnTo>
                <a:lnTo>
                  <a:pt x="871258" y="718375"/>
                </a:lnTo>
                <a:lnTo>
                  <a:pt x="911948" y="699960"/>
                </a:lnTo>
                <a:lnTo>
                  <a:pt x="949756" y="677138"/>
                </a:lnTo>
                <a:lnTo>
                  <a:pt x="984351" y="650265"/>
                </a:lnTo>
                <a:lnTo>
                  <a:pt x="1015390" y="619658"/>
                </a:lnTo>
                <a:lnTo>
                  <a:pt x="1042568" y="585647"/>
                </a:lnTo>
                <a:lnTo>
                  <a:pt x="1065530" y="548551"/>
                </a:lnTo>
                <a:lnTo>
                  <a:pt x="1083970" y="508723"/>
                </a:lnTo>
                <a:lnTo>
                  <a:pt x="1097546" y="466471"/>
                </a:lnTo>
                <a:lnTo>
                  <a:pt x="1105941" y="422148"/>
                </a:lnTo>
                <a:lnTo>
                  <a:pt x="1108811" y="376047"/>
                </a:lnTo>
                <a:close/>
              </a:path>
              <a:path w="4051300" h="1777365">
                <a:moveTo>
                  <a:pt x="1109954" y="795489"/>
                </a:moveTo>
                <a:lnTo>
                  <a:pt x="1069809" y="796251"/>
                </a:lnTo>
                <a:lnTo>
                  <a:pt x="1052410" y="796340"/>
                </a:lnTo>
                <a:lnTo>
                  <a:pt x="1035786" y="795489"/>
                </a:lnTo>
                <a:lnTo>
                  <a:pt x="994232" y="795502"/>
                </a:lnTo>
                <a:lnTo>
                  <a:pt x="959675" y="807542"/>
                </a:lnTo>
                <a:lnTo>
                  <a:pt x="931557" y="831646"/>
                </a:lnTo>
                <a:lnTo>
                  <a:pt x="909294" y="867791"/>
                </a:lnTo>
                <a:lnTo>
                  <a:pt x="886879" y="912596"/>
                </a:lnTo>
                <a:lnTo>
                  <a:pt x="862355" y="956652"/>
                </a:lnTo>
                <a:lnTo>
                  <a:pt x="836714" y="999947"/>
                </a:lnTo>
                <a:lnTo>
                  <a:pt x="810869" y="1042492"/>
                </a:lnTo>
                <a:lnTo>
                  <a:pt x="768832" y="1068603"/>
                </a:lnTo>
                <a:lnTo>
                  <a:pt x="746683" y="1070368"/>
                </a:lnTo>
                <a:lnTo>
                  <a:pt x="735444" y="1070025"/>
                </a:lnTo>
                <a:lnTo>
                  <a:pt x="724636" y="1070610"/>
                </a:lnTo>
                <a:lnTo>
                  <a:pt x="675500" y="1054239"/>
                </a:lnTo>
                <a:lnTo>
                  <a:pt x="638187" y="988568"/>
                </a:lnTo>
                <a:lnTo>
                  <a:pt x="584225" y="892733"/>
                </a:lnTo>
                <a:lnTo>
                  <a:pt x="558012" y="843686"/>
                </a:lnTo>
                <a:lnTo>
                  <a:pt x="522376" y="806043"/>
                </a:lnTo>
                <a:lnTo>
                  <a:pt x="471703" y="795489"/>
                </a:lnTo>
                <a:lnTo>
                  <a:pt x="461124" y="796340"/>
                </a:lnTo>
                <a:lnTo>
                  <a:pt x="450367" y="796251"/>
                </a:lnTo>
                <a:lnTo>
                  <a:pt x="380619" y="798334"/>
                </a:lnTo>
                <a:lnTo>
                  <a:pt x="335368" y="806678"/>
                </a:lnTo>
                <a:lnTo>
                  <a:pt x="292150" y="820216"/>
                </a:lnTo>
                <a:lnTo>
                  <a:pt x="251345" y="838708"/>
                </a:lnTo>
                <a:lnTo>
                  <a:pt x="213309" y="861847"/>
                </a:lnTo>
                <a:lnTo>
                  <a:pt x="178435" y="889355"/>
                </a:lnTo>
                <a:lnTo>
                  <a:pt x="147066" y="920953"/>
                </a:lnTo>
                <a:lnTo>
                  <a:pt x="119595" y="956360"/>
                </a:lnTo>
                <a:lnTo>
                  <a:pt x="96380" y="995299"/>
                </a:lnTo>
                <a:lnTo>
                  <a:pt x="77800" y="1037501"/>
                </a:lnTo>
                <a:lnTo>
                  <a:pt x="64236" y="1082649"/>
                </a:lnTo>
                <a:lnTo>
                  <a:pt x="56857" y="1120305"/>
                </a:lnTo>
                <a:lnTo>
                  <a:pt x="44157" y="1233258"/>
                </a:lnTo>
                <a:lnTo>
                  <a:pt x="39395" y="1284135"/>
                </a:lnTo>
                <a:lnTo>
                  <a:pt x="0" y="1689112"/>
                </a:lnTo>
                <a:lnTo>
                  <a:pt x="1003" y="1730565"/>
                </a:lnTo>
                <a:lnTo>
                  <a:pt x="14046" y="1757133"/>
                </a:lnTo>
                <a:lnTo>
                  <a:pt x="40640" y="1771294"/>
                </a:lnTo>
                <a:lnTo>
                  <a:pt x="82296" y="1775460"/>
                </a:lnTo>
                <a:lnTo>
                  <a:pt x="997546" y="1775460"/>
                </a:lnTo>
                <a:lnTo>
                  <a:pt x="996162" y="1754111"/>
                </a:lnTo>
                <a:lnTo>
                  <a:pt x="996111" y="1724380"/>
                </a:lnTo>
                <a:lnTo>
                  <a:pt x="999642" y="1643468"/>
                </a:lnTo>
                <a:lnTo>
                  <a:pt x="1003020" y="1594104"/>
                </a:lnTo>
                <a:lnTo>
                  <a:pt x="1007338" y="1540002"/>
                </a:lnTo>
                <a:lnTo>
                  <a:pt x="1012494" y="1482090"/>
                </a:lnTo>
                <a:lnTo>
                  <a:pt x="1018387" y="1421257"/>
                </a:lnTo>
                <a:lnTo>
                  <a:pt x="1024915" y="1358430"/>
                </a:lnTo>
                <a:lnTo>
                  <a:pt x="1031989" y="1294511"/>
                </a:lnTo>
                <a:lnTo>
                  <a:pt x="1039482" y="1230414"/>
                </a:lnTo>
                <a:lnTo>
                  <a:pt x="1047318" y="1167041"/>
                </a:lnTo>
                <a:lnTo>
                  <a:pt x="1055395" y="1105319"/>
                </a:lnTo>
                <a:lnTo>
                  <a:pt x="1063599" y="1046137"/>
                </a:lnTo>
                <a:lnTo>
                  <a:pt x="1071829" y="990409"/>
                </a:lnTo>
                <a:lnTo>
                  <a:pt x="1079995" y="939050"/>
                </a:lnTo>
                <a:lnTo>
                  <a:pt x="1087996" y="892975"/>
                </a:lnTo>
                <a:lnTo>
                  <a:pt x="1095717" y="853084"/>
                </a:lnTo>
                <a:lnTo>
                  <a:pt x="1103071" y="820280"/>
                </a:lnTo>
                <a:lnTo>
                  <a:pt x="1109954" y="795489"/>
                </a:lnTo>
                <a:close/>
              </a:path>
              <a:path w="4051300" h="1777365">
                <a:moveTo>
                  <a:pt x="2934182" y="1695132"/>
                </a:moveTo>
                <a:lnTo>
                  <a:pt x="2932976" y="1683423"/>
                </a:lnTo>
                <a:lnTo>
                  <a:pt x="2931376" y="1661515"/>
                </a:lnTo>
                <a:lnTo>
                  <a:pt x="2881680" y="1236637"/>
                </a:lnTo>
                <a:lnTo>
                  <a:pt x="2870390" y="1132636"/>
                </a:lnTo>
                <a:lnTo>
                  <a:pt x="2859887" y="1028357"/>
                </a:lnTo>
                <a:lnTo>
                  <a:pt x="2853588" y="979805"/>
                </a:lnTo>
                <a:lnTo>
                  <a:pt x="2843949" y="933246"/>
                </a:lnTo>
                <a:lnTo>
                  <a:pt x="2830766" y="888746"/>
                </a:lnTo>
                <a:lnTo>
                  <a:pt x="2813812" y="846391"/>
                </a:lnTo>
                <a:lnTo>
                  <a:pt x="2792882" y="806221"/>
                </a:lnTo>
                <a:lnTo>
                  <a:pt x="2767749" y="768324"/>
                </a:lnTo>
                <a:lnTo>
                  <a:pt x="2738221" y="732751"/>
                </a:lnTo>
                <a:lnTo>
                  <a:pt x="2704058" y="699592"/>
                </a:lnTo>
                <a:lnTo>
                  <a:pt x="2665069" y="668870"/>
                </a:lnTo>
                <a:lnTo>
                  <a:pt x="2619552" y="641464"/>
                </a:lnTo>
                <a:lnTo>
                  <a:pt x="2572702" y="620776"/>
                </a:lnTo>
                <a:lnTo>
                  <a:pt x="2524671" y="606120"/>
                </a:lnTo>
                <a:lnTo>
                  <a:pt x="2475585" y="596836"/>
                </a:lnTo>
                <a:lnTo>
                  <a:pt x="2425585" y="592264"/>
                </a:lnTo>
                <a:lnTo>
                  <a:pt x="2374823" y="591731"/>
                </a:lnTo>
                <a:lnTo>
                  <a:pt x="2323439" y="594563"/>
                </a:lnTo>
                <a:lnTo>
                  <a:pt x="2279091" y="620839"/>
                </a:lnTo>
                <a:lnTo>
                  <a:pt x="2240102" y="681774"/>
                </a:lnTo>
                <a:lnTo>
                  <a:pt x="2212479" y="729373"/>
                </a:lnTo>
                <a:lnTo>
                  <a:pt x="2128266" y="879589"/>
                </a:lnTo>
                <a:lnTo>
                  <a:pt x="2103323" y="912444"/>
                </a:lnTo>
                <a:lnTo>
                  <a:pt x="2074926" y="928916"/>
                </a:lnTo>
                <a:lnTo>
                  <a:pt x="2034108" y="933818"/>
                </a:lnTo>
                <a:lnTo>
                  <a:pt x="1971903" y="931964"/>
                </a:lnTo>
                <a:lnTo>
                  <a:pt x="1937423" y="915022"/>
                </a:lnTo>
                <a:lnTo>
                  <a:pt x="1901418" y="857351"/>
                </a:lnTo>
                <a:lnTo>
                  <a:pt x="1873681" y="808456"/>
                </a:lnTo>
                <a:lnTo>
                  <a:pt x="1819249" y="711047"/>
                </a:lnTo>
                <a:lnTo>
                  <a:pt x="1791525" y="660654"/>
                </a:lnTo>
                <a:lnTo>
                  <a:pt x="1771967" y="626300"/>
                </a:lnTo>
                <a:lnTo>
                  <a:pt x="1755190" y="605129"/>
                </a:lnTo>
                <a:lnTo>
                  <a:pt x="1735797" y="594245"/>
                </a:lnTo>
                <a:lnTo>
                  <a:pt x="1708442" y="590778"/>
                </a:lnTo>
                <a:lnTo>
                  <a:pt x="1667738" y="591845"/>
                </a:lnTo>
                <a:lnTo>
                  <a:pt x="1608302" y="594563"/>
                </a:lnTo>
                <a:lnTo>
                  <a:pt x="1560360" y="598551"/>
                </a:lnTo>
                <a:lnTo>
                  <a:pt x="1514170" y="607352"/>
                </a:lnTo>
                <a:lnTo>
                  <a:pt x="1469999" y="620776"/>
                </a:lnTo>
                <a:lnTo>
                  <a:pt x="1428102" y="638606"/>
                </a:lnTo>
                <a:lnTo>
                  <a:pt x="1388706" y="660641"/>
                </a:lnTo>
                <a:lnTo>
                  <a:pt x="1352067" y="686701"/>
                </a:lnTo>
                <a:lnTo>
                  <a:pt x="1318463" y="716559"/>
                </a:lnTo>
                <a:lnTo>
                  <a:pt x="1288110" y="750023"/>
                </a:lnTo>
                <a:lnTo>
                  <a:pt x="1261287" y="786904"/>
                </a:lnTo>
                <a:lnTo>
                  <a:pt x="1238237" y="826973"/>
                </a:lnTo>
                <a:lnTo>
                  <a:pt x="1219200" y="870038"/>
                </a:lnTo>
                <a:lnTo>
                  <a:pt x="1204442" y="915898"/>
                </a:lnTo>
                <a:lnTo>
                  <a:pt x="1194396" y="959904"/>
                </a:lnTo>
                <a:lnTo>
                  <a:pt x="1187589" y="1004265"/>
                </a:lnTo>
                <a:lnTo>
                  <a:pt x="1182662" y="1048639"/>
                </a:lnTo>
                <a:lnTo>
                  <a:pt x="1178280" y="1092631"/>
                </a:lnTo>
                <a:lnTo>
                  <a:pt x="1156779" y="1291463"/>
                </a:lnTo>
                <a:lnTo>
                  <a:pt x="1116050" y="1689100"/>
                </a:lnTo>
                <a:lnTo>
                  <a:pt x="1116977" y="1729714"/>
                </a:lnTo>
                <a:lnTo>
                  <a:pt x="1129804" y="1756384"/>
                </a:lnTo>
                <a:lnTo>
                  <a:pt x="1155852" y="1771002"/>
                </a:lnTo>
                <a:lnTo>
                  <a:pt x="1196441" y="1775460"/>
                </a:lnTo>
                <a:lnTo>
                  <a:pt x="2026132" y="1775460"/>
                </a:lnTo>
                <a:lnTo>
                  <a:pt x="2857855" y="1775460"/>
                </a:lnTo>
                <a:lnTo>
                  <a:pt x="2894647" y="1771103"/>
                </a:lnTo>
                <a:lnTo>
                  <a:pt x="2918637" y="1757133"/>
                </a:lnTo>
                <a:lnTo>
                  <a:pt x="2931299" y="1732254"/>
                </a:lnTo>
                <a:lnTo>
                  <a:pt x="2934182" y="1695132"/>
                </a:lnTo>
                <a:close/>
              </a:path>
              <a:path w="4051300" h="1777365">
                <a:moveTo>
                  <a:pt x="3679418" y="379857"/>
                </a:moveTo>
                <a:lnTo>
                  <a:pt x="3676878" y="334022"/>
                </a:lnTo>
                <a:lnTo>
                  <a:pt x="3668611" y="289458"/>
                </a:lnTo>
                <a:lnTo>
                  <a:pt x="3654971" y="246557"/>
                </a:lnTo>
                <a:lnTo>
                  <a:pt x="3636378" y="205752"/>
                </a:lnTo>
                <a:lnTo>
                  <a:pt x="3613213" y="167462"/>
                </a:lnTo>
                <a:lnTo>
                  <a:pt x="3585857" y="132067"/>
                </a:lnTo>
                <a:lnTo>
                  <a:pt x="3554704" y="99999"/>
                </a:lnTo>
                <a:lnTo>
                  <a:pt x="3520148" y="71666"/>
                </a:lnTo>
                <a:lnTo>
                  <a:pt x="3482568" y="47472"/>
                </a:lnTo>
                <a:lnTo>
                  <a:pt x="3442360" y="27838"/>
                </a:lnTo>
                <a:lnTo>
                  <a:pt x="3399904" y="13182"/>
                </a:lnTo>
                <a:lnTo>
                  <a:pt x="3355606" y="3886"/>
                </a:lnTo>
                <a:lnTo>
                  <a:pt x="3309848" y="381"/>
                </a:lnTo>
                <a:lnTo>
                  <a:pt x="3264039" y="2451"/>
                </a:lnTo>
                <a:lnTo>
                  <a:pt x="3219627" y="10261"/>
                </a:lnTo>
                <a:lnTo>
                  <a:pt x="3177006" y="23444"/>
                </a:lnTo>
                <a:lnTo>
                  <a:pt x="3136544" y="41592"/>
                </a:lnTo>
                <a:lnTo>
                  <a:pt x="3098635" y="64350"/>
                </a:lnTo>
                <a:lnTo>
                  <a:pt x="3063684" y="91313"/>
                </a:lnTo>
                <a:lnTo>
                  <a:pt x="3032061" y="122110"/>
                </a:lnTo>
                <a:lnTo>
                  <a:pt x="3004159" y="156349"/>
                </a:lnTo>
                <a:lnTo>
                  <a:pt x="2980385" y="193649"/>
                </a:lnTo>
                <a:lnTo>
                  <a:pt x="2961106" y="233616"/>
                </a:lnTo>
                <a:lnTo>
                  <a:pt x="2946717" y="275894"/>
                </a:lnTo>
                <a:lnTo>
                  <a:pt x="2937611" y="320065"/>
                </a:lnTo>
                <a:lnTo>
                  <a:pt x="2934182" y="365760"/>
                </a:lnTo>
                <a:lnTo>
                  <a:pt x="2936138" y="413105"/>
                </a:lnTo>
                <a:lnTo>
                  <a:pt x="2943618" y="458571"/>
                </a:lnTo>
                <a:lnTo>
                  <a:pt x="2956318" y="501815"/>
                </a:lnTo>
                <a:lnTo>
                  <a:pt x="2973895" y="542556"/>
                </a:lnTo>
                <a:lnTo>
                  <a:pt x="2996057" y="580440"/>
                </a:lnTo>
                <a:lnTo>
                  <a:pt x="3022473" y="615175"/>
                </a:lnTo>
                <a:lnTo>
                  <a:pt x="3052826" y="646442"/>
                </a:lnTo>
                <a:lnTo>
                  <a:pt x="3086785" y="673900"/>
                </a:lnTo>
                <a:lnTo>
                  <a:pt x="3124060" y="697255"/>
                </a:lnTo>
                <a:lnTo>
                  <a:pt x="3164319" y="716178"/>
                </a:lnTo>
                <a:lnTo>
                  <a:pt x="3207232" y="730351"/>
                </a:lnTo>
                <a:lnTo>
                  <a:pt x="3252508" y="739457"/>
                </a:lnTo>
                <a:lnTo>
                  <a:pt x="3299815" y="743178"/>
                </a:lnTo>
                <a:lnTo>
                  <a:pt x="3346412" y="740752"/>
                </a:lnTo>
                <a:lnTo>
                  <a:pt x="3391458" y="732751"/>
                </a:lnTo>
                <a:lnTo>
                  <a:pt x="3434562" y="719556"/>
                </a:lnTo>
                <a:lnTo>
                  <a:pt x="3475367" y="701509"/>
                </a:lnTo>
                <a:lnTo>
                  <a:pt x="3513518" y="678980"/>
                </a:lnTo>
                <a:lnTo>
                  <a:pt x="3548634" y="652310"/>
                </a:lnTo>
                <a:lnTo>
                  <a:pt x="3580371" y="621868"/>
                </a:lnTo>
                <a:lnTo>
                  <a:pt x="3608374" y="588010"/>
                </a:lnTo>
                <a:lnTo>
                  <a:pt x="3632250" y="551078"/>
                </a:lnTo>
                <a:lnTo>
                  <a:pt x="3651656" y="511441"/>
                </a:lnTo>
                <a:lnTo>
                  <a:pt x="3666223" y="469455"/>
                </a:lnTo>
                <a:lnTo>
                  <a:pt x="3675596" y="425475"/>
                </a:lnTo>
                <a:lnTo>
                  <a:pt x="3679418" y="379857"/>
                </a:lnTo>
                <a:close/>
              </a:path>
              <a:path w="4051300" h="1777365">
                <a:moveTo>
                  <a:pt x="4051020" y="1703603"/>
                </a:moveTo>
                <a:lnTo>
                  <a:pt x="4050665" y="1692440"/>
                </a:lnTo>
                <a:lnTo>
                  <a:pt x="4049763" y="1680527"/>
                </a:lnTo>
                <a:lnTo>
                  <a:pt x="4047083" y="1657438"/>
                </a:lnTo>
                <a:lnTo>
                  <a:pt x="4033393" y="1508506"/>
                </a:lnTo>
                <a:lnTo>
                  <a:pt x="4019080" y="1360208"/>
                </a:lnTo>
                <a:lnTo>
                  <a:pt x="3998582" y="1161884"/>
                </a:lnTo>
                <a:lnTo>
                  <a:pt x="3991648" y="1112113"/>
                </a:lnTo>
                <a:lnTo>
                  <a:pt x="3980789" y="1063282"/>
                </a:lnTo>
                <a:lnTo>
                  <a:pt x="3964584" y="1016406"/>
                </a:lnTo>
                <a:lnTo>
                  <a:pt x="3942791" y="973455"/>
                </a:lnTo>
                <a:lnTo>
                  <a:pt x="3915816" y="934618"/>
                </a:lnTo>
                <a:lnTo>
                  <a:pt x="3884079" y="900099"/>
                </a:lnTo>
                <a:lnTo>
                  <a:pt x="3848011" y="870077"/>
                </a:lnTo>
                <a:lnTo>
                  <a:pt x="3808018" y="844753"/>
                </a:lnTo>
                <a:lnTo>
                  <a:pt x="3764534" y="824331"/>
                </a:lnTo>
                <a:lnTo>
                  <a:pt x="3717975" y="808977"/>
                </a:lnTo>
                <a:lnTo>
                  <a:pt x="3668763" y="798906"/>
                </a:lnTo>
                <a:lnTo>
                  <a:pt x="3617315" y="794296"/>
                </a:lnTo>
                <a:lnTo>
                  <a:pt x="3568154" y="797941"/>
                </a:lnTo>
                <a:lnTo>
                  <a:pt x="3528212" y="812876"/>
                </a:lnTo>
                <a:lnTo>
                  <a:pt x="3496183" y="840600"/>
                </a:lnTo>
                <a:lnTo>
                  <a:pt x="3470757" y="882624"/>
                </a:lnTo>
                <a:lnTo>
                  <a:pt x="3449917" y="923810"/>
                </a:lnTo>
                <a:lnTo>
                  <a:pt x="3427361" y="963676"/>
                </a:lnTo>
                <a:lnTo>
                  <a:pt x="3404400" y="1003160"/>
                </a:lnTo>
                <a:lnTo>
                  <a:pt x="3382365" y="1043203"/>
                </a:lnTo>
                <a:lnTo>
                  <a:pt x="3372904" y="1057198"/>
                </a:lnTo>
                <a:lnTo>
                  <a:pt x="3362096" y="1066292"/>
                </a:lnTo>
                <a:lnTo>
                  <a:pt x="3349396" y="1070876"/>
                </a:lnTo>
                <a:lnTo>
                  <a:pt x="3334232" y="1071308"/>
                </a:lnTo>
                <a:lnTo>
                  <a:pt x="3322155" y="1070190"/>
                </a:lnTo>
                <a:lnTo>
                  <a:pt x="3310115" y="1069809"/>
                </a:lnTo>
                <a:lnTo>
                  <a:pt x="3298101" y="1070190"/>
                </a:lnTo>
                <a:lnTo>
                  <a:pt x="3286099" y="1071308"/>
                </a:lnTo>
                <a:lnTo>
                  <a:pt x="3269754" y="1070559"/>
                </a:lnTo>
                <a:lnTo>
                  <a:pt x="3256419" y="1065288"/>
                </a:lnTo>
                <a:lnTo>
                  <a:pt x="3245358" y="1055509"/>
                </a:lnTo>
                <a:lnTo>
                  <a:pt x="3235807" y="1041196"/>
                </a:lnTo>
                <a:lnTo>
                  <a:pt x="3208667" y="991235"/>
                </a:lnTo>
                <a:lnTo>
                  <a:pt x="3181134" y="941082"/>
                </a:lnTo>
                <a:lnTo>
                  <a:pt x="3152825" y="891311"/>
                </a:lnTo>
                <a:lnTo>
                  <a:pt x="3123412" y="842479"/>
                </a:lnTo>
                <a:lnTo>
                  <a:pt x="3082709" y="806069"/>
                </a:lnTo>
                <a:lnTo>
                  <a:pt x="3036824" y="796620"/>
                </a:lnTo>
                <a:lnTo>
                  <a:pt x="3006674" y="796302"/>
                </a:lnTo>
                <a:lnTo>
                  <a:pt x="2977654" y="797496"/>
                </a:lnTo>
                <a:lnTo>
                  <a:pt x="2950692" y="798309"/>
                </a:lnTo>
                <a:lnTo>
                  <a:pt x="2960408" y="849960"/>
                </a:lnTo>
                <a:lnTo>
                  <a:pt x="2969336" y="901573"/>
                </a:lnTo>
                <a:lnTo>
                  <a:pt x="2977540" y="953160"/>
                </a:lnTo>
                <a:lnTo>
                  <a:pt x="2985084" y="1004709"/>
                </a:lnTo>
                <a:lnTo>
                  <a:pt x="2992043" y="1056246"/>
                </a:lnTo>
                <a:lnTo>
                  <a:pt x="2998482" y="1107744"/>
                </a:lnTo>
                <a:lnTo>
                  <a:pt x="3004477" y="1159230"/>
                </a:lnTo>
                <a:lnTo>
                  <a:pt x="3010090" y="1210691"/>
                </a:lnTo>
                <a:lnTo>
                  <a:pt x="3020479" y="1313561"/>
                </a:lnTo>
                <a:lnTo>
                  <a:pt x="3039834" y="1519110"/>
                </a:lnTo>
                <a:lnTo>
                  <a:pt x="3049917" y="1621828"/>
                </a:lnTo>
                <a:lnTo>
                  <a:pt x="3055315" y="1673174"/>
                </a:lnTo>
                <a:lnTo>
                  <a:pt x="3061030" y="1724520"/>
                </a:lnTo>
                <a:lnTo>
                  <a:pt x="3067151" y="1775866"/>
                </a:lnTo>
                <a:lnTo>
                  <a:pt x="3625316" y="1775866"/>
                </a:lnTo>
                <a:lnTo>
                  <a:pt x="3878478" y="1776742"/>
                </a:lnTo>
                <a:lnTo>
                  <a:pt x="3928719" y="1776501"/>
                </a:lnTo>
                <a:lnTo>
                  <a:pt x="3978757" y="1775866"/>
                </a:lnTo>
                <a:lnTo>
                  <a:pt x="4033697" y="1757807"/>
                </a:lnTo>
                <a:lnTo>
                  <a:pt x="4046778" y="1735226"/>
                </a:lnTo>
                <a:lnTo>
                  <a:pt x="4051020" y="1703603"/>
                </a:lnTo>
                <a:close/>
              </a:path>
            </a:pathLst>
          </a:custGeom>
          <a:solidFill>
            <a:srgbClr val="6E6E77">
              <a:alpha val="3411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5603" y="4638801"/>
            <a:ext cx="126822" cy="18846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5603" y="4328032"/>
            <a:ext cx="128730" cy="18808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099740" y="2919856"/>
            <a:ext cx="1138555" cy="1735455"/>
            <a:chOff x="2099740" y="3504310"/>
            <a:chExt cx="1138555" cy="1735455"/>
          </a:xfrm>
        </p:grpSpPr>
        <p:sp>
          <p:nvSpPr>
            <p:cNvPr id="9" name="object 9"/>
            <p:cNvSpPr/>
            <p:nvPr/>
          </p:nvSpPr>
          <p:spPr>
            <a:xfrm>
              <a:off x="2099740" y="3504310"/>
              <a:ext cx="1138555" cy="1735455"/>
            </a:xfrm>
            <a:custGeom>
              <a:avLst/>
              <a:gdLst/>
              <a:ahLst/>
              <a:cxnLst/>
              <a:rect l="l" t="t" r="r" b="b"/>
              <a:pathLst>
                <a:path w="1138555" h="1735454">
                  <a:moveTo>
                    <a:pt x="566672" y="0"/>
                  </a:moveTo>
                  <a:lnTo>
                    <a:pt x="513411" y="30352"/>
                  </a:lnTo>
                  <a:lnTo>
                    <a:pt x="414853" y="151052"/>
                  </a:lnTo>
                  <a:lnTo>
                    <a:pt x="21413" y="636777"/>
                  </a:lnTo>
                  <a:lnTo>
                    <a:pt x="855" y="675687"/>
                  </a:lnTo>
                  <a:lnTo>
                    <a:pt x="0" y="696339"/>
                  </a:lnTo>
                  <a:lnTo>
                    <a:pt x="7443" y="719074"/>
                  </a:lnTo>
                  <a:lnTo>
                    <a:pt x="21284" y="737427"/>
                  </a:lnTo>
                  <a:lnTo>
                    <a:pt x="38542" y="748458"/>
                  </a:lnTo>
                  <a:lnTo>
                    <a:pt x="58824" y="753846"/>
                  </a:lnTo>
                  <a:lnTo>
                    <a:pt x="81738" y="755268"/>
                  </a:lnTo>
                  <a:lnTo>
                    <a:pt x="125763" y="754411"/>
                  </a:lnTo>
                  <a:lnTo>
                    <a:pt x="170574" y="754507"/>
                  </a:lnTo>
                  <a:lnTo>
                    <a:pt x="262459" y="755268"/>
                  </a:lnTo>
                  <a:lnTo>
                    <a:pt x="262459" y="783336"/>
                  </a:lnTo>
                  <a:lnTo>
                    <a:pt x="267745" y="814957"/>
                  </a:lnTo>
                  <a:lnTo>
                    <a:pt x="280556" y="837326"/>
                  </a:lnTo>
                  <a:lnTo>
                    <a:pt x="300892" y="850290"/>
                  </a:lnTo>
                  <a:lnTo>
                    <a:pt x="328753" y="853694"/>
                  </a:lnTo>
                  <a:lnTo>
                    <a:pt x="355344" y="848219"/>
                  </a:lnTo>
                  <a:lnTo>
                    <a:pt x="374409" y="832564"/>
                  </a:lnTo>
                  <a:lnTo>
                    <a:pt x="385189" y="807884"/>
                  </a:lnTo>
                  <a:lnTo>
                    <a:pt x="386919" y="775335"/>
                  </a:lnTo>
                  <a:lnTo>
                    <a:pt x="384188" y="742188"/>
                  </a:lnTo>
                  <a:lnTo>
                    <a:pt x="383311" y="725614"/>
                  </a:lnTo>
                  <a:lnTo>
                    <a:pt x="377158" y="672764"/>
                  </a:lnTo>
                  <a:lnTo>
                    <a:pt x="336887" y="633406"/>
                  </a:lnTo>
                  <a:lnTo>
                    <a:pt x="276621" y="627919"/>
                  </a:lnTo>
                  <a:lnTo>
                    <a:pt x="252124" y="628015"/>
                  </a:lnTo>
                  <a:lnTo>
                    <a:pt x="196165" y="628776"/>
                  </a:lnTo>
                  <a:lnTo>
                    <a:pt x="259806" y="550907"/>
                  </a:lnTo>
                  <a:lnTo>
                    <a:pt x="567640" y="170941"/>
                  </a:lnTo>
                  <a:lnTo>
                    <a:pt x="845282" y="511770"/>
                  </a:lnTo>
                  <a:lnTo>
                    <a:pt x="939242" y="628776"/>
                  </a:lnTo>
                  <a:lnTo>
                    <a:pt x="840817" y="628776"/>
                  </a:lnTo>
                  <a:lnTo>
                    <a:pt x="800213" y="632948"/>
                  </a:lnTo>
                  <a:lnTo>
                    <a:pt x="773539" y="647096"/>
                  </a:lnTo>
                  <a:lnTo>
                    <a:pt x="758914" y="673675"/>
                  </a:lnTo>
                  <a:lnTo>
                    <a:pt x="754457" y="715137"/>
                  </a:lnTo>
                  <a:lnTo>
                    <a:pt x="754457" y="1279270"/>
                  </a:lnTo>
                  <a:lnTo>
                    <a:pt x="753564" y="1518399"/>
                  </a:lnTo>
                  <a:lnTo>
                    <a:pt x="753873" y="1613425"/>
                  </a:lnTo>
                  <a:lnTo>
                    <a:pt x="754457" y="1660906"/>
                  </a:lnTo>
                  <a:lnTo>
                    <a:pt x="763271" y="1700543"/>
                  </a:lnTo>
                  <a:lnTo>
                    <a:pt x="816286" y="1735433"/>
                  </a:lnTo>
                  <a:lnTo>
                    <a:pt x="848818" y="1723136"/>
                  </a:lnTo>
                  <a:lnTo>
                    <a:pt x="876750" y="1673969"/>
                  </a:lnTo>
                  <a:lnTo>
                    <a:pt x="880289" y="1406326"/>
                  </a:lnTo>
                  <a:lnTo>
                    <a:pt x="880949" y="761238"/>
                  </a:lnTo>
                  <a:lnTo>
                    <a:pt x="1065734" y="761238"/>
                  </a:lnTo>
                  <a:lnTo>
                    <a:pt x="1105644" y="749966"/>
                  </a:lnTo>
                  <a:lnTo>
                    <a:pt x="1132028" y="719074"/>
                  </a:lnTo>
                  <a:lnTo>
                    <a:pt x="1138255" y="700224"/>
                  </a:lnTo>
                  <a:lnTo>
                    <a:pt x="1136981" y="682482"/>
                  </a:lnTo>
                  <a:lnTo>
                    <a:pt x="1117931" y="648842"/>
                  </a:lnTo>
                  <a:lnTo>
                    <a:pt x="1025087" y="533615"/>
                  </a:lnTo>
                  <a:lnTo>
                    <a:pt x="619837" y="34416"/>
                  </a:lnTo>
                  <a:lnTo>
                    <a:pt x="593653" y="9207"/>
                  </a:lnTo>
                  <a:lnTo>
                    <a:pt x="566672" y="0"/>
                  </a:lnTo>
                  <a:close/>
                </a:path>
              </a:pathLst>
            </a:custGeom>
            <a:solidFill>
              <a:srgbClr val="6E6E77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1692" y="4794884"/>
              <a:ext cx="125507" cy="18606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61692" y="4483734"/>
              <a:ext cx="128293" cy="18478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61692" y="5104891"/>
              <a:ext cx="126745" cy="126872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5603" y="4951729"/>
            <a:ext cx="126822" cy="12674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463151" y="3354292"/>
            <a:ext cx="1132205" cy="1724660"/>
            <a:chOff x="3463151" y="3938746"/>
            <a:chExt cx="1132205" cy="1724660"/>
          </a:xfrm>
        </p:grpSpPr>
        <p:sp>
          <p:nvSpPr>
            <p:cNvPr id="15" name="object 15"/>
            <p:cNvSpPr/>
            <p:nvPr/>
          </p:nvSpPr>
          <p:spPr>
            <a:xfrm>
              <a:off x="3463151" y="3938746"/>
              <a:ext cx="1132205" cy="1721485"/>
            </a:xfrm>
            <a:custGeom>
              <a:avLst/>
              <a:gdLst/>
              <a:ahLst/>
              <a:cxnLst/>
              <a:rect l="l" t="t" r="r" b="b"/>
              <a:pathLst>
                <a:path w="1132204" h="1721485">
                  <a:moveTo>
                    <a:pt x="563590" y="0"/>
                  </a:moveTo>
                  <a:lnTo>
                    <a:pt x="497597" y="45243"/>
                  </a:lnTo>
                  <a:lnTo>
                    <a:pt x="463594" y="86551"/>
                  </a:lnTo>
                  <a:lnTo>
                    <a:pt x="429869" y="128099"/>
                  </a:lnTo>
                  <a:lnTo>
                    <a:pt x="296556" y="294290"/>
                  </a:lnTo>
                  <a:lnTo>
                    <a:pt x="77166" y="564438"/>
                  </a:lnTo>
                  <a:lnTo>
                    <a:pt x="15251" y="641889"/>
                  </a:lnTo>
                  <a:lnTo>
                    <a:pt x="7151" y="656760"/>
                  </a:lnTo>
                  <a:lnTo>
                    <a:pt x="1694" y="675227"/>
                  </a:lnTo>
                  <a:lnTo>
                    <a:pt x="0" y="694074"/>
                  </a:lnTo>
                  <a:lnTo>
                    <a:pt x="3186" y="710088"/>
                  </a:lnTo>
                  <a:lnTo>
                    <a:pt x="47888" y="742378"/>
                  </a:lnTo>
                  <a:lnTo>
                    <a:pt x="90166" y="753602"/>
                  </a:lnTo>
                  <a:lnTo>
                    <a:pt x="117740" y="752379"/>
                  </a:lnTo>
                  <a:lnTo>
                    <a:pt x="256424" y="752379"/>
                  </a:lnTo>
                  <a:lnTo>
                    <a:pt x="263140" y="805852"/>
                  </a:lnTo>
                  <a:lnTo>
                    <a:pt x="296858" y="845361"/>
                  </a:lnTo>
                  <a:lnTo>
                    <a:pt x="322718" y="850804"/>
                  </a:lnTo>
                  <a:lnTo>
                    <a:pt x="348589" y="845329"/>
                  </a:lnTo>
                  <a:lnTo>
                    <a:pt x="368232" y="829675"/>
                  </a:lnTo>
                  <a:lnTo>
                    <a:pt x="380708" y="804995"/>
                  </a:lnTo>
                  <a:lnTo>
                    <a:pt x="385075" y="772445"/>
                  </a:lnTo>
                  <a:lnTo>
                    <a:pt x="385075" y="692054"/>
                  </a:lnTo>
                  <a:lnTo>
                    <a:pt x="379440" y="663051"/>
                  </a:lnTo>
                  <a:lnTo>
                    <a:pt x="365708" y="642334"/>
                  </a:lnTo>
                  <a:lnTo>
                    <a:pt x="344070" y="629904"/>
                  </a:lnTo>
                  <a:lnTo>
                    <a:pt x="314717" y="625760"/>
                  </a:lnTo>
                  <a:lnTo>
                    <a:pt x="196099" y="625760"/>
                  </a:lnTo>
                  <a:lnTo>
                    <a:pt x="569860" y="165766"/>
                  </a:lnTo>
                  <a:lnTo>
                    <a:pt x="943621" y="625760"/>
                  </a:lnTo>
                  <a:lnTo>
                    <a:pt x="835163" y="625760"/>
                  </a:lnTo>
                  <a:lnTo>
                    <a:pt x="797470" y="629521"/>
                  </a:lnTo>
                  <a:lnTo>
                    <a:pt x="773362" y="642318"/>
                  </a:lnTo>
                  <a:lnTo>
                    <a:pt x="760565" y="666426"/>
                  </a:lnTo>
                  <a:lnTo>
                    <a:pt x="756804" y="704119"/>
                  </a:lnTo>
                  <a:lnTo>
                    <a:pt x="756804" y="1648237"/>
                  </a:lnTo>
                  <a:lnTo>
                    <a:pt x="766599" y="1695005"/>
                  </a:lnTo>
                  <a:lnTo>
                    <a:pt x="805064" y="1720627"/>
                  </a:lnTo>
                  <a:lnTo>
                    <a:pt x="835953" y="1721385"/>
                  </a:lnTo>
                  <a:lnTo>
                    <a:pt x="860817" y="1707070"/>
                  </a:lnTo>
                  <a:lnTo>
                    <a:pt x="877395" y="1679944"/>
                  </a:lnTo>
                  <a:lnTo>
                    <a:pt x="883423" y="1642268"/>
                  </a:lnTo>
                  <a:lnTo>
                    <a:pt x="883423" y="752379"/>
                  </a:lnTo>
                  <a:lnTo>
                    <a:pt x="977340" y="752840"/>
                  </a:lnTo>
                  <a:lnTo>
                    <a:pt x="1022977" y="752326"/>
                  </a:lnTo>
                  <a:lnTo>
                    <a:pt x="1068208" y="750347"/>
                  </a:lnTo>
                  <a:lnTo>
                    <a:pt x="1118840" y="727987"/>
                  </a:lnTo>
                  <a:lnTo>
                    <a:pt x="1131720" y="700168"/>
                  </a:lnTo>
                  <a:lnTo>
                    <a:pt x="1130026" y="681307"/>
                  </a:lnTo>
                  <a:lnTo>
                    <a:pt x="1019769" y="526348"/>
                  </a:lnTo>
                  <a:lnTo>
                    <a:pt x="890103" y="365119"/>
                  </a:lnTo>
                  <a:lnTo>
                    <a:pt x="759574" y="204760"/>
                  </a:lnTo>
                  <a:lnTo>
                    <a:pt x="628153" y="45243"/>
                  </a:lnTo>
                  <a:lnTo>
                    <a:pt x="594449" y="11310"/>
                  </a:lnTo>
                  <a:lnTo>
                    <a:pt x="563590" y="0"/>
                  </a:lnTo>
                  <a:close/>
                </a:path>
              </a:pathLst>
            </a:custGeom>
            <a:solidFill>
              <a:srgbClr val="6E6E77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21639" y="5222875"/>
              <a:ext cx="125825" cy="18923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21639" y="4912411"/>
              <a:ext cx="127742" cy="18663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22496" y="5536946"/>
              <a:ext cx="125983" cy="125984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xfrm>
            <a:off x="704799" y="2641701"/>
            <a:ext cx="3920490" cy="3187065"/>
          </a:xfrm>
          <a:prstGeom prst="rect">
            <a:avLst/>
          </a:prstGeom>
        </p:spPr>
        <p:txBody>
          <a:bodyPr vert="horz" wrap="square" lIns="0" tIns="246126" rIns="0" bIns="0" rtlCol="0">
            <a:spAutoFit/>
          </a:bodyPr>
          <a:lstStyle/>
          <a:p>
            <a:pPr marL="10795" marR="5080" algn="ctr">
              <a:lnSpc>
                <a:spcPct val="113999"/>
              </a:lnSpc>
              <a:spcBef>
                <a:spcPts val="90"/>
              </a:spcBef>
            </a:pPr>
            <a:r>
              <a:t>Our</a:t>
            </a:r>
            <a:r>
              <a:rPr spc="-30"/>
              <a:t> </a:t>
            </a:r>
            <a:r>
              <a:t>Leaders</a:t>
            </a:r>
            <a:r>
              <a:rPr spc="-50"/>
              <a:t> </a:t>
            </a:r>
            <a:r>
              <a:t>strive</a:t>
            </a:r>
            <a:r>
              <a:rPr spc="-20"/>
              <a:t> </a:t>
            </a:r>
            <a:r>
              <a:t>to</a:t>
            </a:r>
            <a:r>
              <a:rPr spc="-30"/>
              <a:t> </a:t>
            </a:r>
            <a:r>
              <a:t>attain</a:t>
            </a:r>
            <a:r>
              <a:rPr spc="-55"/>
              <a:t> </a:t>
            </a:r>
            <a:r>
              <a:t>world</a:t>
            </a:r>
            <a:r>
              <a:rPr spc="-5"/>
              <a:t> </a:t>
            </a:r>
            <a:r>
              <a:t>class</a:t>
            </a:r>
            <a:r>
              <a:rPr spc="-35"/>
              <a:t> </a:t>
            </a:r>
            <a:r>
              <a:rPr spc="-10"/>
              <a:t>standards </a:t>
            </a:r>
            <a:r>
              <a:t>in</a:t>
            </a:r>
            <a:r>
              <a:rPr spc="-30"/>
              <a:t> </a:t>
            </a:r>
            <a:r>
              <a:t>the</a:t>
            </a:r>
            <a:r>
              <a:rPr spc="-25"/>
              <a:t> </a:t>
            </a:r>
            <a:r>
              <a:t>quality</a:t>
            </a:r>
            <a:r>
              <a:rPr spc="-45"/>
              <a:t> </a:t>
            </a:r>
            <a:r>
              <a:t>of</a:t>
            </a:r>
            <a:r>
              <a:rPr spc="-5"/>
              <a:t> </a:t>
            </a:r>
            <a:r>
              <a:t>our</a:t>
            </a:r>
            <a:r>
              <a:rPr spc="-25"/>
              <a:t> </a:t>
            </a:r>
            <a:r>
              <a:t>products,</a:t>
            </a:r>
            <a:r>
              <a:rPr spc="-45"/>
              <a:t> </a:t>
            </a:r>
            <a:r>
              <a:t>services,</a:t>
            </a:r>
            <a:r>
              <a:rPr spc="-35"/>
              <a:t> </a:t>
            </a:r>
            <a:r>
              <a:rPr spc="-10"/>
              <a:t>systems, </a:t>
            </a:r>
            <a:r>
              <a:t>processes</a:t>
            </a:r>
            <a:r>
              <a:rPr spc="-65"/>
              <a:t> </a:t>
            </a:r>
            <a:r>
              <a:t>and</a:t>
            </a:r>
            <a:r>
              <a:rPr spc="-25"/>
              <a:t> </a:t>
            </a:r>
            <a:r>
              <a:t>human</a:t>
            </a:r>
            <a:r>
              <a:rPr spc="-45"/>
              <a:t> </a:t>
            </a:r>
            <a:r>
              <a:t>interactions.</a:t>
            </a:r>
            <a:r>
              <a:rPr spc="-85"/>
              <a:t> </a:t>
            </a:r>
            <a:r>
              <a:rPr spc="-20"/>
              <a:t>They </a:t>
            </a:r>
            <a:r>
              <a:t>constantly</a:t>
            </a:r>
            <a:r>
              <a:rPr spc="-75"/>
              <a:t> </a:t>
            </a:r>
            <a:r>
              <a:t>experiment</a:t>
            </a:r>
            <a:r>
              <a:rPr spc="-35"/>
              <a:t> </a:t>
            </a:r>
            <a:r>
              <a:t>to</a:t>
            </a:r>
            <a:r>
              <a:rPr spc="-45"/>
              <a:t> </a:t>
            </a:r>
            <a:r>
              <a:t>discover</a:t>
            </a:r>
            <a:r>
              <a:rPr spc="-55"/>
              <a:t> </a:t>
            </a:r>
            <a:r>
              <a:t>new</a:t>
            </a:r>
            <a:r>
              <a:rPr spc="-35"/>
              <a:t> </a:t>
            </a:r>
            <a:r>
              <a:t>ways</a:t>
            </a:r>
            <a:r>
              <a:rPr spc="-5"/>
              <a:t> </a:t>
            </a:r>
            <a:r>
              <a:rPr spc="-25"/>
              <a:t>of </a:t>
            </a:r>
            <a:r>
              <a:t>doing</a:t>
            </a:r>
            <a:r>
              <a:rPr spc="-20"/>
              <a:t> </a:t>
            </a:r>
            <a:r>
              <a:t>things.</a:t>
            </a:r>
            <a:r>
              <a:rPr spc="-55"/>
              <a:t> </a:t>
            </a:r>
            <a:r>
              <a:t>They</a:t>
            </a:r>
            <a:r>
              <a:rPr spc="-20"/>
              <a:t> </a:t>
            </a:r>
            <a:r>
              <a:t>dig deep</a:t>
            </a:r>
            <a:r>
              <a:rPr spc="-30"/>
              <a:t> </a:t>
            </a:r>
            <a:r>
              <a:t>into</a:t>
            </a:r>
            <a:r>
              <a:rPr spc="-15"/>
              <a:t> </a:t>
            </a:r>
            <a:r>
              <a:t>details</a:t>
            </a:r>
            <a:r>
              <a:rPr spc="-25"/>
              <a:t> </a:t>
            </a:r>
            <a:r>
              <a:t>to</a:t>
            </a:r>
            <a:r>
              <a:rPr spc="-15"/>
              <a:t> </a:t>
            </a:r>
            <a:r>
              <a:rPr spc="-25"/>
              <a:t>get </a:t>
            </a:r>
            <a:r>
              <a:t>every</a:t>
            </a:r>
            <a:r>
              <a:rPr spc="-20"/>
              <a:t> </a:t>
            </a:r>
            <a:r>
              <a:t>small</a:t>
            </a:r>
            <a:r>
              <a:rPr spc="-35"/>
              <a:t> </a:t>
            </a:r>
            <a:r>
              <a:t>aspect</a:t>
            </a:r>
            <a:r>
              <a:rPr spc="-50"/>
              <a:t> </a:t>
            </a:r>
            <a:r>
              <a:t>right.</a:t>
            </a:r>
            <a:r>
              <a:rPr spc="-50"/>
              <a:t> </a:t>
            </a:r>
            <a:r>
              <a:t>Leaders</a:t>
            </a:r>
            <a:r>
              <a:rPr spc="-45"/>
              <a:t> </a:t>
            </a:r>
            <a:r>
              <a:t>possess</a:t>
            </a:r>
            <a:r>
              <a:rPr spc="-50"/>
              <a:t> a </a:t>
            </a:r>
            <a:r>
              <a:t>growth</a:t>
            </a:r>
            <a:r>
              <a:rPr spc="-30"/>
              <a:t> </a:t>
            </a:r>
            <a:r>
              <a:t>mindset.</a:t>
            </a:r>
            <a:r>
              <a:rPr spc="-75"/>
              <a:t> </a:t>
            </a:r>
            <a:r>
              <a:t>They</a:t>
            </a:r>
            <a:r>
              <a:rPr spc="-20"/>
              <a:t> </a:t>
            </a:r>
            <a:r>
              <a:t>do</a:t>
            </a:r>
            <a:r>
              <a:rPr spc="-30"/>
              <a:t> </a:t>
            </a:r>
            <a:r>
              <a:t>not</a:t>
            </a:r>
            <a:r>
              <a:rPr spc="-25"/>
              <a:t> </a:t>
            </a:r>
            <a:r>
              <a:t>rest</a:t>
            </a:r>
            <a:r>
              <a:rPr spc="-35"/>
              <a:t> </a:t>
            </a:r>
            <a:r>
              <a:t>on</a:t>
            </a:r>
            <a:r>
              <a:rPr spc="-30"/>
              <a:t> </a:t>
            </a:r>
            <a:r>
              <a:t>their</a:t>
            </a:r>
            <a:r>
              <a:rPr spc="-25"/>
              <a:t> </a:t>
            </a:r>
            <a:r>
              <a:rPr spc="-10"/>
              <a:t>laurels </a:t>
            </a:r>
            <a:r>
              <a:t>and</a:t>
            </a:r>
            <a:r>
              <a:rPr spc="-35"/>
              <a:t> </a:t>
            </a:r>
            <a:r>
              <a:t>constantly</a:t>
            </a:r>
            <a:r>
              <a:rPr spc="-60"/>
              <a:t> </a:t>
            </a:r>
            <a:r>
              <a:t>keep</a:t>
            </a:r>
            <a:r>
              <a:rPr spc="-30"/>
              <a:t> </a:t>
            </a:r>
            <a:r>
              <a:t>raising</a:t>
            </a:r>
            <a:r>
              <a:rPr spc="-40"/>
              <a:t> </a:t>
            </a:r>
            <a:r>
              <a:t>the</a:t>
            </a:r>
            <a:r>
              <a:rPr spc="-40"/>
              <a:t> </a:t>
            </a:r>
            <a:r>
              <a:rPr spc="-20"/>
              <a:t>bar.</a:t>
            </a:r>
          </a:p>
        </p:txBody>
      </p:sp>
      <p:sp>
        <p:nvSpPr>
          <p:cNvPr id="20" name="object 20"/>
          <p:cNvSpPr/>
          <p:nvPr/>
        </p:nvSpPr>
        <p:spPr>
          <a:xfrm>
            <a:off x="2391029" y="5027804"/>
            <a:ext cx="548640" cy="45720"/>
          </a:xfrm>
          <a:custGeom>
            <a:avLst/>
            <a:gdLst/>
            <a:ahLst/>
            <a:cxnLst/>
            <a:rect l="l" t="t" r="r" b="b"/>
            <a:pathLst>
              <a:path w="548639" h="45720">
                <a:moveTo>
                  <a:pt x="548640" y="0"/>
                </a:moveTo>
                <a:lnTo>
                  <a:pt x="0" y="0"/>
                </a:lnTo>
                <a:lnTo>
                  <a:pt x="0" y="45718"/>
                </a:lnTo>
                <a:lnTo>
                  <a:pt x="548640" y="45718"/>
                </a:lnTo>
                <a:lnTo>
                  <a:pt x="5486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00632" y="2067496"/>
            <a:ext cx="3018790" cy="492759"/>
          </a:xfrm>
          <a:custGeom>
            <a:avLst/>
            <a:gdLst/>
            <a:ahLst/>
            <a:cxnLst/>
            <a:rect l="l" t="t" r="r" b="b"/>
            <a:pathLst>
              <a:path w="3018790" h="492760">
                <a:moveTo>
                  <a:pt x="3018790" y="0"/>
                </a:moveTo>
                <a:lnTo>
                  <a:pt x="0" y="0"/>
                </a:lnTo>
                <a:lnTo>
                  <a:pt x="0" y="492442"/>
                </a:lnTo>
                <a:lnTo>
                  <a:pt x="3018790" y="492442"/>
                </a:lnTo>
                <a:lnTo>
                  <a:pt x="30187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199489" y="2032000"/>
            <a:ext cx="30187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/>
              <a:t>EXCELLENCE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2">
            <a:extLst>
              <a:ext uri="{FF2B5EF4-FFF2-40B4-BE49-F238E27FC236}">
                <a16:creationId xmlns:a16="http://schemas.microsoft.com/office/drawing/2014/main" id="{4D33FC33-67CE-2D12-CBA4-FBD2C8CE50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5000" y="508000"/>
            <a:ext cx="30187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>
                <a:solidFill>
                  <a:schemeClr val="bg1"/>
                </a:solidFill>
              </a:rPr>
              <a:t>EXCELLENCE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735C4-1684-95D0-2F1A-FFEA9FFCC4D3}"/>
              </a:ext>
            </a:extLst>
          </p:cNvPr>
          <p:cNvSpPr txBox="1"/>
          <p:nvPr/>
        </p:nvSpPr>
        <p:spPr>
          <a:xfrm>
            <a:off x="2063258" y="971867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8A7FEA-3A4F-212C-003D-28D37B8EA1D3}"/>
              </a:ext>
            </a:extLst>
          </p:cNvPr>
          <p:cNvSpPr txBox="1"/>
          <p:nvPr/>
        </p:nvSpPr>
        <p:spPr>
          <a:xfrm>
            <a:off x="381000" y="1727200"/>
            <a:ext cx="457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never blame others when mistakes occur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strived hard to attain world class standards in products, services, processes and human interactions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am good in dealing with people</a:t>
            </a:r>
          </a:p>
          <a:p>
            <a:pPr marL="457200" indent="-457200" algn="l">
              <a:buFont typeface="+mj-lt"/>
              <a:buAutoNum type="alphaUcPeriod"/>
            </a:pPr>
            <a:endParaRPr lang="en-IN" sz="2400" b="0" i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>
                <a:solidFill>
                  <a:schemeClr val="bg1"/>
                </a:solidFill>
              </a:rPr>
              <a:t>I c</a:t>
            </a:r>
            <a:r>
              <a:rPr lang="en-IN" sz="2400" u="none" strike="noStrike">
                <a:solidFill>
                  <a:schemeClr val="bg1"/>
                </a:solidFill>
                <a:effectLst/>
              </a:rPr>
              <a:t>onstantly kept raising the bar and did not rest on past laurels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3" name="Graphic 2" descr="Questions with solid fill">
            <a:extLst>
              <a:ext uri="{FF2B5EF4-FFF2-40B4-BE49-F238E27FC236}">
                <a16:creationId xmlns:a16="http://schemas.microsoft.com/office/drawing/2014/main" id="{CB341D81-A52E-A652-35B8-1A65DAAC46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8019" y="507721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93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2">
            <a:extLst>
              <a:ext uri="{FF2B5EF4-FFF2-40B4-BE49-F238E27FC236}">
                <a16:creationId xmlns:a16="http://schemas.microsoft.com/office/drawing/2014/main" id="{2FE0F7B3-A79E-FD81-1DC5-1F52F0F00F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5000" y="508000"/>
            <a:ext cx="30187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>
                <a:solidFill>
                  <a:schemeClr val="bg1"/>
                </a:solidFill>
              </a:rPr>
              <a:t>EXCELLENCE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A5E43-6C4A-5CD7-4D18-E1479F2B2F07}"/>
              </a:ext>
            </a:extLst>
          </p:cNvPr>
          <p:cNvSpPr txBox="1"/>
          <p:nvPr/>
        </p:nvSpPr>
        <p:spPr>
          <a:xfrm>
            <a:off x="2063258" y="971867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F268C-17F1-D823-7ED7-5672F663CBCD}"/>
              </a:ext>
            </a:extLst>
          </p:cNvPr>
          <p:cNvSpPr txBox="1"/>
          <p:nvPr/>
        </p:nvSpPr>
        <p:spPr>
          <a:xfrm>
            <a:off x="381000" y="1727200"/>
            <a:ext cx="457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never blame others when mistakes occur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rgbClr val="00B050"/>
                </a:solidFill>
                <a:effectLst/>
              </a:rPr>
              <a:t>I strived hard to attain world class standards in products, services, processes and human interactions</a:t>
            </a:r>
            <a:endParaRPr lang="en-IN" sz="2400" b="0" i="0" u="none" strike="noStrike">
              <a:solidFill>
                <a:srgbClr val="00B050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am good in dealing with people</a:t>
            </a:r>
          </a:p>
          <a:p>
            <a:pPr marL="457200" indent="-457200" algn="l">
              <a:buFont typeface="+mj-lt"/>
              <a:buAutoNum type="alphaUcPeriod"/>
            </a:pPr>
            <a:endParaRPr lang="en-IN" sz="2400" b="0" i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>
                <a:solidFill>
                  <a:srgbClr val="00B050"/>
                </a:solidFill>
              </a:rPr>
              <a:t>I c</a:t>
            </a:r>
            <a:r>
              <a:rPr lang="en-IN" sz="2400" u="none" strike="noStrike">
                <a:solidFill>
                  <a:srgbClr val="00B050"/>
                </a:solidFill>
                <a:effectLst/>
              </a:rPr>
              <a:t>onstantly kept raising the bar and did not rest on past laurels</a:t>
            </a:r>
            <a:endParaRPr lang="en-IN" sz="2400" b="0" i="0" u="none" strike="noStrike">
              <a:solidFill>
                <a:srgbClr val="00B050"/>
              </a:solidFill>
              <a:effectLst/>
              <a:latin typeface="Aptos Narrow" panose="020B0004020202020204" pitchFamily="34" charset="0"/>
            </a:endParaRPr>
          </a:p>
          <a:p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6698D82D-7415-9B59-DCCF-FAEF59AE03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1149" y="708431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21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2">
            <a:extLst>
              <a:ext uri="{FF2B5EF4-FFF2-40B4-BE49-F238E27FC236}">
                <a16:creationId xmlns:a16="http://schemas.microsoft.com/office/drawing/2014/main" id="{E80F8B25-144D-68FA-56B6-4CB82D9C16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5000" y="965200"/>
            <a:ext cx="30187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>
                <a:solidFill>
                  <a:schemeClr val="bg1"/>
                </a:solidFill>
              </a:rPr>
              <a:t>EXCELLENCE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472338-6B76-C2FF-B4EF-19CFFED05334}"/>
              </a:ext>
            </a:extLst>
          </p:cNvPr>
          <p:cNvSpPr txBox="1"/>
          <p:nvPr/>
        </p:nvSpPr>
        <p:spPr>
          <a:xfrm>
            <a:off x="457200" y="2717800"/>
            <a:ext cx="443240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Living the Leadership Principle</a:t>
            </a: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r>
              <a:rPr lang="en-US" sz="3600">
                <a:solidFill>
                  <a:schemeClr val="bg1"/>
                </a:solidFill>
              </a:rPr>
              <a:t>Experience sharing</a:t>
            </a:r>
          </a:p>
        </p:txBody>
      </p:sp>
    </p:spTree>
    <p:extLst>
      <p:ext uri="{BB962C8B-B14F-4D97-AF65-F5344CB8AC3E}">
        <p14:creationId xmlns:p14="http://schemas.microsoft.com/office/powerpoint/2010/main" val="2293460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0B0FCC-96F8-0EED-D483-5D54F7209726}"/>
              </a:ext>
            </a:extLst>
          </p:cNvPr>
          <p:cNvSpPr txBox="1"/>
          <p:nvPr/>
        </p:nvSpPr>
        <p:spPr>
          <a:xfrm>
            <a:off x="266700" y="1117600"/>
            <a:ext cx="4800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Ravi, a customer success manager, noticed that while clients were satisfied, follow-up survey scores weren’t improving. Instead of accepting “good enough,” he analyzed past interactions, identified subtle gaps in onboarding, and piloted a new walkthrough process.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The result? A 25% jump in client satisfaction and a repeatable best practice adopted company-wide.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His drive to improve what wasn’t broken—and his obsession with detail—reflected a true growth mindset. Ravi didn’t settle.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2AB44-57B4-8251-3F22-CFC4796BB699}"/>
              </a:ext>
            </a:extLst>
          </p:cNvPr>
          <p:cNvSpPr txBox="1"/>
          <p:nvPr/>
        </p:nvSpPr>
        <p:spPr>
          <a:xfrm>
            <a:off x="1975143" y="716915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Situation</a:t>
            </a:r>
          </a:p>
        </p:txBody>
      </p:sp>
      <p:sp>
        <p:nvSpPr>
          <p:cNvPr id="6" name="object 22">
            <a:extLst>
              <a:ext uri="{FF2B5EF4-FFF2-40B4-BE49-F238E27FC236}">
                <a16:creationId xmlns:a16="http://schemas.microsoft.com/office/drawing/2014/main" id="{1171161E-4409-9920-030E-83A30A722F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08280"/>
            <a:ext cx="30187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>
                <a:solidFill>
                  <a:schemeClr val="bg1"/>
                </a:solidFill>
              </a:rPr>
              <a:t>EXCELLENCE</a:t>
            </a:r>
          </a:p>
        </p:txBody>
      </p:sp>
    </p:spTree>
    <p:extLst>
      <p:ext uri="{BB962C8B-B14F-4D97-AF65-F5344CB8AC3E}">
        <p14:creationId xmlns:p14="http://schemas.microsoft.com/office/powerpoint/2010/main" val="1416742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D5EE4B-CABD-EDCA-D738-BA8CEE614946}"/>
              </a:ext>
            </a:extLst>
          </p:cNvPr>
          <p:cNvSpPr txBox="1"/>
          <p:nvPr/>
        </p:nvSpPr>
        <p:spPr>
          <a:xfrm>
            <a:off x="342900" y="1193800"/>
            <a:ext cx="4648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Strived hard to attain world class standards in products, services, processes and human interactions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Constantly experimented on new improved ways of doing things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Dug deep into details to get every small aspects right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Possessed a growth mindset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Constantly kept raising the bar and did not rest on past laurels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52C13D-B980-B9EE-0BB2-563BB7C60E8C}"/>
              </a:ext>
            </a:extLst>
          </p:cNvPr>
          <p:cNvSpPr txBox="1"/>
          <p:nvPr/>
        </p:nvSpPr>
        <p:spPr>
          <a:xfrm>
            <a:off x="1828800" y="431800"/>
            <a:ext cx="1369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Evidences</a:t>
            </a:r>
          </a:p>
        </p:txBody>
      </p:sp>
      <p:pic>
        <p:nvPicPr>
          <p:cNvPr id="2" name="Graphic 1" descr="Questions with solid fill">
            <a:extLst>
              <a:ext uri="{FF2B5EF4-FFF2-40B4-BE49-F238E27FC236}">
                <a16:creationId xmlns:a16="http://schemas.microsoft.com/office/drawing/2014/main" id="{28042B78-5340-6DAE-2A73-995387A46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5300" y="327055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257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519466-B581-26CC-43BB-9DD7D167EF5E}"/>
              </a:ext>
            </a:extLst>
          </p:cNvPr>
          <p:cNvSpPr txBox="1"/>
          <p:nvPr/>
        </p:nvSpPr>
        <p:spPr>
          <a:xfrm>
            <a:off x="342900" y="1193800"/>
            <a:ext cx="4648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Strived hard to attain world class standards in products, services, processes and human interactions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Constantly experimented on new improved ways of doing things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Dug deep into details to get every small aspects right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Possessed a growth mindset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Constantly kept raising the bar and did not rest on past laurels</a:t>
            </a: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E3E11F9D-DAD1-B9E0-323B-58281FA152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46111" y="431800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325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425" y="0"/>
            <a:ext cx="228600" cy="352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5425" y="0"/>
            <a:ext cx="228600" cy="3524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5"/>
              </a:spcBef>
            </a:pP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11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603" y="3080257"/>
            <a:ext cx="5300345" cy="4483100"/>
          </a:xfrm>
          <a:custGeom>
            <a:avLst/>
            <a:gdLst/>
            <a:ahLst/>
            <a:cxnLst/>
            <a:rect l="l" t="t" r="r" b="b"/>
            <a:pathLst>
              <a:path w="5300345" h="4483100">
                <a:moveTo>
                  <a:pt x="2969564" y="416814"/>
                </a:moveTo>
                <a:lnTo>
                  <a:pt x="2967024" y="368566"/>
                </a:lnTo>
                <a:lnTo>
                  <a:pt x="2959087" y="321894"/>
                </a:lnTo>
                <a:lnTo>
                  <a:pt x="2946044" y="277114"/>
                </a:lnTo>
                <a:lnTo>
                  <a:pt x="2928226" y="234543"/>
                </a:lnTo>
                <a:lnTo>
                  <a:pt x="2905950" y="194500"/>
                </a:lnTo>
                <a:lnTo>
                  <a:pt x="2879509" y="157302"/>
                </a:lnTo>
                <a:lnTo>
                  <a:pt x="2849232" y="123253"/>
                </a:lnTo>
                <a:lnTo>
                  <a:pt x="2815412" y="92697"/>
                </a:lnTo>
                <a:lnTo>
                  <a:pt x="2778379" y="65913"/>
                </a:lnTo>
                <a:lnTo>
                  <a:pt x="2738450" y="43256"/>
                </a:lnTo>
                <a:lnTo>
                  <a:pt x="2695918" y="25006"/>
                </a:lnTo>
                <a:lnTo>
                  <a:pt x="2651112" y="11506"/>
                </a:lnTo>
                <a:lnTo>
                  <a:pt x="2604351" y="3073"/>
                </a:lnTo>
                <a:lnTo>
                  <a:pt x="2555925" y="0"/>
                </a:lnTo>
                <a:lnTo>
                  <a:pt x="2507475" y="2501"/>
                </a:lnTo>
                <a:lnTo>
                  <a:pt x="2460637" y="10337"/>
                </a:lnTo>
                <a:lnTo>
                  <a:pt x="2415717" y="23202"/>
                </a:lnTo>
                <a:lnTo>
                  <a:pt x="2373045" y="40767"/>
                </a:lnTo>
                <a:lnTo>
                  <a:pt x="2332926" y="62750"/>
                </a:lnTo>
                <a:lnTo>
                  <a:pt x="2295664" y="88811"/>
                </a:lnTo>
                <a:lnTo>
                  <a:pt x="2261578" y="118668"/>
                </a:lnTo>
                <a:lnTo>
                  <a:pt x="2230983" y="152006"/>
                </a:lnTo>
                <a:lnTo>
                  <a:pt x="2204199" y="188493"/>
                </a:lnTo>
                <a:lnTo>
                  <a:pt x="2181517" y="227838"/>
                </a:lnTo>
                <a:lnTo>
                  <a:pt x="2163267" y="269722"/>
                </a:lnTo>
                <a:lnTo>
                  <a:pt x="2149754" y="313842"/>
                </a:lnTo>
                <a:lnTo>
                  <a:pt x="2141309" y="359892"/>
                </a:lnTo>
                <a:lnTo>
                  <a:pt x="2138222" y="407543"/>
                </a:lnTo>
                <a:lnTo>
                  <a:pt x="2140699" y="457098"/>
                </a:lnTo>
                <a:lnTo>
                  <a:pt x="2148484" y="504850"/>
                </a:lnTo>
                <a:lnTo>
                  <a:pt x="2161298" y="550506"/>
                </a:lnTo>
                <a:lnTo>
                  <a:pt x="2178850" y="593763"/>
                </a:lnTo>
                <a:lnTo>
                  <a:pt x="2200859" y="634339"/>
                </a:lnTo>
                <a:lnTo>
                  <a:pt x="2227021" y="671944"/>
                </a:lnTo>
                <a:lnTo>
                  <a:pt x="2257069" y="706247"/>
                </a:lnTo>
                <a:lnTo>
                  <a:pt x="2290711" y="736993"/>
                </a:lnTo>
                <a:lnTo>
                  <a:pt x="2327643" y="763854"/>
                </a:lnTo>
                <a:lnTo>
                  <a:pt x="2367597" y="786549"/>
                </a:lnTo>
                <a:lnTo>
                  <a:pt x="2410295" y="804773"/>
                </a:lnTo>
                <a:lnTo>
                  <a:pt x="2455418" y="818248"/>
                </a:lnTo>
                <a:lnTo>
                  <a:pt x="2502700" y="826643"/>
                </a:lnTo>
                <a:lnTo>
                  <a:pt x="2551861" y="829691"/>
                </a:lnTo>
                <a:lnTo>
                  <a:pt x="2600287" y="827176"/>
                </a:lnTo>
                <a:lnTo>
                  <a:pt x="2647073" y="819277"/>
                </a:lnTo>
                <a:lnTo>
                  <a:pt x="2691917" y="806297"/>
                </a:lnTo>
                <a:lnTo>
                  <a:pt x="2734500" y="788568"/>
                </a:lnTo>
                <a:lnTo>
                  <a:pt x="2774531" y="766368"/>
                </a:lnTo>
                <a:lnTo>
                  <a:pt x="2811703" y="740029"/>
                </a:lnTo>
                <a:lnTo>
                  <a:pt x="2845714" y="709841"/>
                </a:lnTo>
                <a:lnTo>
                  <a:pt x="2876258" y="676122"/>
                </a:lnTo>
                <a:lnTo>
                  <a:pt x="2903016" y="639178"/>
                </a:lnTo>
                <a:lnTo>
                  <a:pt x="2925699" y="599313"/>
                </a:lnTo>
                <a:lnTo>
                  <a:pt x="2943999" y="556831"/>
                </a:lnTo>
                <a:lnTo>
                  <a:pt x="2957614" y="512051"/>
                </a:lnTo>
                <a:lnTo>
                  <a:pt x="2966237" y="465277"/>
                </a:lnTo>
                <a:lnTo>
                  <a:pt x="2969564" y="416814"/>
                </a:lnTo>
                <a:close/>
              </a:path>
              <a:path w="5300345" h="4483100">
                <a:moveTo>
                  <a:pt x="3708717" y="937107"/>
                </a:moveTo>
                <a:lnTo>
                  <a:pt x="3701605" y="892568"/>
                </a:lnTo>
                <a:lnTo>
                  <a:pt x="3686695" y="849757"/>
                </a:lnTo>
                <a:lnTo>
                  <a:pt x="3663962" y="809701"/>
                </a:lnTo>
                <a:lnTo>
                  <a:pt x="3633393" y="773430"/>
                </a:lnTo>
                <a:lnTo>
                  <a:pt x="3596322" y="742061"/>
                </a:lnTo>
                <a:lnTo>
                  <a:pt x="3555644" y="718654"/>
                </a:lnTo>
                <a:lnTo>
                  <a:pt x="3512350" y="703199"/>
                </a:lnTo>
                <a:lnTo>
                  <a:pt x="3467455" y="695693"/>
                </a:lnTo>
                <a:lnTo>
                  <a:pt x="3421951" y="696137"/>
                </a:lnTo>
                <a:lnTo>
                  <a:pt x="3376853" y="704532"/>
                </a:lnTo>
                <a:lnTo>
                  <a:pt x="3333165" y="720864"/>
                </a:lnTo>
                <a:lnTo>
                  <a:pt x="3291890" y="745147"/>
                </a:lnTo>
                <a:lnTo>
                  <a:pt x="3254044" y="777367"/>
                </a:lnTo>
                <a:lnTo>
                  <a:pt x="3034195" y="997877"/>
                </a:lnTo>
                <a:lnTo>
                  <a:pt x="2924987" y="1108837"/>
                </a:lnTo>
                <a:lnTo>
                  <a:pt x="2915640" y="1116444"/>
                </a:lnTo>
                <a:lnTo>
                  <a:pt x="2906788" y="1119670"/>
                </a:lnTo>
                <a:lnTo>
                  <a:pt x="2897403" y="1119124"/>
                </a:lnTo>
                <a:lnTo>
                  <a:pt x="2886506" y="1115441"/>
                </a:lnTo>
                <a:lnTo>
                  <a:pt x="2703157" y="1033614"/>
                </a:lnTo>
                <a:lnTo>
                  <a:pt x="2610878" y="993203"/>
                </a:lnTo>
                <a:lnTo>
                  <a:pt x="2564460" y="973328"/>
                </a:lnTo>
                <a:lnTo>
                  <a:pt x="2517825" y="953770"/>
                </a:lnTo>
                <a:lnTo>
                  <a:pt x="2480449" y="942809"/>
                </a:lnTo>
                <a:lnTo>
                  <a:pt x="2460853" y="941082"/>
                </a:lnTo>
                <a:lnTo>
                  <a:pt x="2394178" y="943546"/>
                </a:lnTo>
                <a:lnTo>
                  <a:pt x="2350503" y="935990"/>
                </a:lnTo>
                <a:lnTo>
                  <a:pt x="2310917" y="919086"/>
                </a:lnTo>
                <a:lnTo>
                  <a:pt x="2275217" y="892784"/>
                </a:lnTo>
                <a:lnTo>
                  <a:pt x="2243251" y="856996"/>
                </a:lnTo>
                <a:lnTo>
                  <a:pt x="2231136" y="843026"/>
                </a:lnTo>
                <a:lnTo>
                  <a:pt x="2217153" y="829652"/>
                </a:lnTo>
                <a:lnTo>
                  <a:pt x="1795830" y="651446"/>
                </a:lnTo>
                <a:lnTo>
                  <a:pt x="1502968" y="534797"/>
                </a:lnTo>
                <a:lnTo>
                  <a:pt x="1466342" y="523049"/>
                </a:lnTo>
                <a:lnTo>
                  <a:pt x="1428673" y="516255"/>
                </a:lnTo>
                <a:lnTo>
                  <a:pt x="1380197" y="514553"/>
                </a:lnTo>
                <a:lnTo>
                  <a:pt x="1334719" y="521538"/>
                </a:lnTo>
                <a:lnTo>
                  <a:pt x="1291717" y="536409"/>
                </a:lnTo>
                <a:lnTo>
                  <a:pt x="1250696" y="558330"/>
                </a:lnTo>
                <a:lnTo>
                  <a:pt x="1211135" y="586486"/>
                </a:lnTo>
                <a:lnTo>
                  <a:pt x="1128687" y="653072"/>
                </a:lnTo>
                <a:lnTo>
                  <a:pt x="1045946" y="718959"/>
                </a:lnTo>
                <a:lnTo>
                  <a:pt x="715010" y="980313"/>
                </a:lnTo>
                <a:lnTo>
                  <a:pt x="675043" y="1018044"/>
                </a:lnTo>
                <a:lnTo>
                  <a:pt x="645033" y="1061504"/>
                </a:lnTo>
                <a:lnTo>
                  <a:pt x="625462" y="1110437"/>
                </a:lnTo>
                <a:lnTo>
                  <a:pt x="616851" y="1164590"/>
                </a:lnTo>
                <a:lnTo>
                  <a:pt x="617397" y="1219415"/>
                </a:lnTo>
                <a:lnTo>
                  <a:pt x="627062" y="1269720"/>
                </a:lnTo>
                <a:lnTo>
                  <a:pt x="645858" y="1315186"/>
                </a:lnTo>
                <a:lnTo>
                  <a:pt x="673836" y="1355458"/>
                </a:lnTo>
                <a:lnTo>
                  <a:pt x="711022" y="1390218"/>
                </a:lnTo>
                <a:lnTo>
                  <a:pt x="757466" y="1419098"/>
                </a:lnTo>
                <a:lnTo>
                  <a:pt x="801547" y="1437703"/>
                </a:lnTo>
                <a:lnTo>
                  <a:pt x="845083" y="1448219"/>
                </a:lnTo>
                <a:lnTo>
                  <a:pt x="887984" y="1450848"/>
                </a:lnTo>
                <a:lnTo>
                  <a:pt x="930198" y="1445755"/>
                </a:lnTo>
                <a:lnTo>
                  <a:pt x="971638" y="1433118"/>
                </a:lnTo>
                <a:lnTo>
                  <a:pt x="1012240" y="1413129"/>
                </a:lnTo>
                <a:lnTo>
                  <a:pt x="1051953" y="1385951"/>
                </a:lnTo>
                <a:lnTo>
                  <a:pt x="1241132" y="1235684"/>
                </a:lnTo>
                <a:lnTo>
                  <a:pt x="1436674" y="1082294"/>
                </a:lnTo>
                <a:lnTo>
                  <a:pt x="1445945" y="1077087"/>
                </a:lnTo>
                <a:lnTo>
                  <a:pt x="1451279" y="1079754"/>
                </a:lnTo>
                <a:lnTo>
                  <a:pt x="1493837" y="1094841"/>
                </a:lnTo>
                <a:lnTo>
                  <a:pt x="1578508" y="1125575"/>
                </a:lnTo>
                <a:lnTo>
                  <a:pt x="1621078" y="1140714"/>
                </a:lnTo>
                <a:lnTo>
                  <a:pt x="1617014" y="1151255"/>
                </a:lnTo>
                <a:lnTo>
                  <a:pt x="1615744" y="1153922"/>
                </a:lnTo>
                <a:lnTo>
                  <a:pt x="1591056" y="1196390"/>
                </a:lnTo>
                <a:lnTo>
                  <a:pt x="1493012" y="1366596"/>
                </a:lnTo>
                <a:lnTo>
                  <a:pt x="1443456" y="1451419"/>
                </a:lnTo>
                <a:lnTo>
                  <a:pt x="1418323" y="1493634"/>
                </a:lnTo>
                <a:lnTo>
                  <a:pt x="1392859" y="1535684"/>
                </a:lnTo>
                <a:lnTo>
                  <a:pt x="1366685" y="1576959"/>
                </a:lnTo>
                <a:lnTo>
                  <a:pt x="1339303" y="1617268"/>
                </a:lnTo>
                <a:lnTo>
                  <a:pt x="1310855" y="1656715"/>
                </a:lnTo>
                <a:lnTo>
                  <a:pt x="1281442" y="1695386"/>
                </a:lnTo>
                <a:lnTo>
                  <a:pt x="1251204" y="1733359"/>
                </a:lnTo>
                <a:lnTo>
                  <a:pt x="1220266" y="1770748"/>
                </a:lnTo>
                <a:lnTo>
                  <a:pt x="1188732" y="1807641"/>
                </a:lnTo>
                <a:lnTo>
                  <a:pt x="1156754" y="1844116"/>
                </a:lnTo>
                <a:lnTo>
                  <a:pt x="1124432" y="1880285"/>
                </a:lnTo>
                <a:lnTo>
                  <a:pt x="1026756" y="1987804"/>
                </a:lnTo>
                <a:lnTo>
                  <a:pt x="992797" y="2006282"/>
                </a:lnTo>
                <a:lnTo>
                  <a:pt x="978992" y="2005076"/>
                </a:lnTo>
                <a:lnTo>
                  <a:pt x="820889" y="1976678"/>
                </a:lnTo>
                <a:lnTo>
                  <a:pt x="610222" y="1940052"/>
                </a:lnTo>
                <a:lnTo>
                  <a:pt x="563473" y="1935670"/>
                </a:lnTo>
                <a:lnTo>
                  <a:pt x="518883" y="1938413"/>
                </a:lnTo>
                <a:lnTo>
                  <a:pt x="476567" y="1948370"/>
                </a:lnTo>
                <a:lnTo>
                  <a:pt x="436676" y="1965617"/>
                </a:lnTo>
                <a:lnTo>
                  <a:pt x="399376" y="1990217"/>
                </a:lnTo>
                <a:lnTo>
                  <a:pt x="364807" y="2022221"/>
                </a:lnTo>
                <a:lnTo>
                  <a:pt x="74295" y="2337816"/>
                </a:lnTo>
                <a:lnTo>
                  <a:pt x="49911" y="2367635"/>
                </a:lnTo>
                <a:lnTo>
                  <a:pt x="30518" y="2401443"/>
                </a:lnTo>
                <a:lnTo>
                  <a:pt x="14262" y="2443543"/>
                </a:lnTo>
                <a:lnTo>
                  <a:pt x="7378" y="2465565"/>
                </a:lnTo>
                <a:lnTo>
                  <a:pt x="0" y="2487549"/>
                </a:lnTo>
                <a:lnTo>
                  <a:pt x="0" y="2556510"/>
                </a:lnTo>
                <a:lnTo>
                  <a:pt x="1333" y="2559177"/>
                </a:lnTo>
                <a:lnTo>
                  <a:pt x="3987" y="2561844"/>
                </a:lnTo>
                <a:lnTo>
                  <a:pt x="5308" y="2565781"/>
                </a:lnTo>
                <a:lnTo>
                  <a:pt x="19469" y="2617114"/>
                </a:lnTo>
                <a:lnTo>
                  <a:pt x="40728" y="2662224"/>
                </a:lnTo>
                <a:lnTo>
                  <a:pt x="69151" y="2700845"/>
                </a:lnTo>
                <a:lnTo>
                  <a:pt x="104749" y="2732748"/>
                </a:lnTo>
                <a:lnTo>
                  <a:pt x="147574" y="2757665"/>
                </a:lnTo>
                <a:lnTo>
                  <a:pt x="197662" y="2775331"/>
                </a:lnTo>
                <a:lnTo>
                  <a:pt x="250050" y="2784221"/>
                </a:lnTo>
                <a:lnTo>
                  <a:pt x="299758" y="2783319"/>
                </a:lnTo>
                <a:lnTo>
                  <a:pt x="346722" y="2772994"/>
                </a:lnTo>
                <a:lnTo>
                  <a:pt x="390944" y="2753601"/>
                </a:lnTo>
                <a:lnTo>
                  <a:pt x="432346" y="2725509"/>
                </a:lnTo>
                <a:lnTo>
                  <a:pt x="470928" y="2689098"/>
                </a:lnTo>
                <a:lnTo>
                  <a:pt x="505282" y="2651201"/>
                </a:lnTo>
                <a:lnTo>
                  <a:pt x="574167" y="2576309"/>
                </a:lnTo>
                <a:lnTo>
                  <a:pt x="608330" y="2538793"/>
                </a:lnTo>
                <a:lnTo>
                  <a:pt x="642048" y="2500884"/>
                </a:lnTo>
                <a:lnTo>
                  <a:pt x="650836" y="2493619"/>
                </a:lnTo>
                <a:lnTo>
                  <a:pt x="659625" y="2489441"/>
                </a:lnTo>
                <a:lnTo>
                  <a:pt x="668909" y="2488019"/>
                </a:lnTo>
                <a:lnTo>
                  <a:pt x="679196" y="2488946"/>
                </a:lnTo>
                <a:lnTo>
                  <a:pt x="827468" y="2514181"/>
                </a:lnTo>
                <a:lnTo>
                  <a:pt x="926020" y="2531465"/>
                </a:lnTo>
                <a:lnTo>
                  <a:pt x="975131" y="2540495"/>
                </a:lnTo>
                <a:lnTo>
                  <a:pt x="1024102" y="2549906"/>
                </a:lnTo>
                <a:lnTo>
                  <a:pt x="1075093" y="2556764"/>
                </a:lnTo>
                <a:lnTo>
                  <a:pt x="1123442" y="2556662"/>
                </a:lnTo>
                <a:lnTo>
                  <a:pt x="1169085" y="2549296"/>
                </a:lnTo>
                <a:lnTo>
                  <a:pt x="1212011" y="2534374"/>
                </a:lnTo>
                <a:lnTo>
                  <a:pt x="1252143" y="2511577"/>
                </a:lnTo>
                <a:lnTo>
                  <a:pt x="1289456" y="2480627"/>
                </a:lnTo>
                <a:lnTo>
                  <a:pt x="1323898" y="2441194"/>
                </a:lnTo>
                <a:lnTo>
                  <a:pt x="1336890" y="2424366"/>
                </a:lnTo>
                <a:lnTo>
                  <a:pt x="1350124" y="2407755"/>
                </a:lnTo>
                <a:lnTo>
                  <a:pt x="1378254" y="2376297"/>
                </a:lnTo>
                <a:lnTo>
                  <a:pt x="1408201" y="2347328"/>
                </a:lnTo>
                <a:lnTo>
                  <a:pt x="1438490" y="2318613"/>
                </a:lnTo>
                <a:lnTo>
                  <a:pt x="1469529" y="2290902"/>
                </a:lnTo>
                <a:lnTo>
                  <a:pt x="1501698" y="2264918"/>
                </a:lnTo>
                <a:lnTo>
                  <a:pt x="1540560" y="2244128"/>
                </a:lnTo>
                <a:lnTo>
                  <a:pt x="1578216" y="2238883"/>
                </a:lnTo>
                <a:lnTo>
                  <a:pt x="1615389" y="2248319"/>
                </a:lnTo>
                <a:lnTo>
                  <a:pt x="1652828" y="2271522"/>
                </a:lnTo>
                <a:lnTo>
                  <a:pt x="1682229" y="2296528"/>
                </a:lnTo>
                <a:lnTo>
                  <a:pt x="1708581" y="2324481"/>
                </a:lnTo>
                <a:lnTo>
                  <a:pt x="1835683" y="2479065"/>
                </a:lnTo>
                <a:lnTo>
                  <a:pt x="1930069" y="2594991"/>
                </a:lnTo>
                <a:lnTo>
                  <a:pt x="1934781" y="2619006"/>
                </a:lnTo>
                <a:lnTo>
                  <a:pt x="1934133" y="2626741"/>
                </a:lnTo>
                <a:lnTo>
                  <a:pt x="1788210" y="3251212"/>
                </a:lnTo>
                <a:lnTo>
                  <a:pt x="1781632" y="3299752"/>
                </a:lnTo>
                <a:lnTo>
                  <a:pt x="1783803" y="3346958"/>
                </a:lnTo>
                <a:lnTo>
                  <a:pt x="1794052" y="3391966"/>
                </a:lnTo>
                <a:lnTo>
                  <a:pt x="1811743" y="3433915"/>
                </a:lnTo>
                <a:lnTo>
                  <a:pt x="1836229" y="3471951"/>
                </a:lnTo>
                <a:lnTo>
                  <a:pt x="1866836" y="3505212"/>
                </a:lnTo>
                <a:lnTo>
                  <a:pt x="1902917" y="3532848"/>
                </a:lnTo>
                <a:lnTo>
                  <a:pt x="1943823" y="3553993"/>
                </a:lnTo>
                <a:lnTo>
                  <a:pt x="1988908" y="3567785"/>
                </a:lnTo>
                <a:lnTo>
                  <a:pt x="2037511" y="3573361"/>
                </a:lnTo>
                <a:lnTo>
                  <a:pt x="2086660" y="3574148"/>
                </a:lnTo>
                <a:lnTo>
                  <a:pt x="2185149" y="3575139"/>
                </a:lnTo>
                <a:lnTo>
                  <a:pt x="2283752" y="3575329"/>
                </a:lnTo>
                <a:lnTo>
                  <a:pt x="2382304" y="3574745"/>
                </a:lnTo>
                <a:lnTo>
                  <a:pt x="2480614" y="3573361"/>
                </a:lnTo>
                <a:lnTo>
                  <a:pt x="2525268" y="3568484"/>
                </a:lnTo>
                <a:lnTo>
                  <a:pt x="2566987" y="3556495"/>
                </a:lnTo>
                <a:lnTo>
                  <a:pt x="2605265" y="3538080"/>
                </a:lnTo>
                <a:lnTo>
                  <a:pt x="2639606" y="3513975"/>
                </a:lnTo>
                <a:lnTo>
                  <a:pt x="2669502" y="3484854"/>
                </a:lnTo>
                <a:lnTo>
                  <a:pt x="2694444" y="3451441"/>
                </a:lnTo>
                <a:lnTo>
                  <a:pt x="2713939" y="3414433"/>
                </a:lnTo>
                <a:lnTo>
                  <a:pt x="2727477" y="3374542"/>
                </a:lnTo>
                <a:lnTo>
                  <a:pt x="2734564" y="3332467"/>
                </a:lnTo>
                <a:lnTo>
                  <a:pt x="2734691" y="3288906"/>
                </a:lnTo>
                <a:lnTo>
                  <a:pt x="2727375" y="3244583"/>
                </a:lnTo>
                <a:lnTo>
                  <a:pt x="2709989" y="3196425"/>
                </a:lnTo>
                <a:lnTo>
                  <a:pt x="2684627" y="3153549"/>
                </a:lnTo>
                <a:lnTo>
                  <a:pt x="2652230" y="3116694"/>
                </a:lnTo>
                <a:lnTo>
                  <a:pt x="2613749" y="3086608"/>
                </a:lnTo>
                <a:lnTo>
                  <a:pt x="2570137" y="3064052"/>
                </a:lnTo>
                <a:lnTo>
                  <a:pt x="2522347" y="3049740"/>
                </a:lnTo>
                <a:lnTo>
                  <a:pt x="2471343" y="3044444"/>
                </a:lnTo>
                <a:lnTo>
                  <a:pt x="2381173" y="3044444"/>
                </a:lnTo>
                <a:lnTo>
                  <a:pt x="2382139" y="3037128"/>
                </a:lnTo>
                <a:lnTo>
                  <a:pt x="2385110" y="3019171"/>
                </a:lnTo>
                <a:lnTo>
                  <a:pt x="2463076" y="2689555"/>
                </a:lnTo>
                <a:lnTo>
                  <a:pt x="2484678" y="2594991"/>
                </a:lnTo>
                <a:lnTo>
                  <a:pt x="2491689" y="2544381"/>
                </a:lnTo>
                <a:lnTo>
                  <a:pt x="2489174" y="2496020"/>
                </a:lnTo>
                <a:lnTo>
                  <a:pt x="2477427" y="2449906"/>
                </a:lnTo>
                <a:lnTo>
                  <a:pt x="2456777" y="2406015"/>
                </a:lnTo>
                <a:lnTo>
                  <a:pt x="2427528" y="2364359"/>
                </a:lnTo>
                <a:lnTo>
                  <a:pt x="2318245" y="2234742"/>
                </a:lnTo>
                <a:lnTo>
                  <a:pt x="2281605" y="2192020"/>
                </a:lnTo>
                <a:lnTo>
                  <a:pt x="2249843" y="2154072"/>
                </a:lnTo>
                <a:lnTo>
                  <a:pt x="2158288" y="2043430"/>
                </a:lnTo>
                <a:lnTo>
                  <a:pt x="2207882" y="1979853"/>
                </a:lnTo>
                <a:lnTo>
                  <a:pt x="2231250" y="1948408"/>
                </a:lnTo>
                <a:lnTo>
                  <a:pt x="2252522" y="1916176"/>
                </a:lnTo>
                <a:lnTo>
                  <a:pt x="2279904" y="1871383"/>
                </a:lnTo>
                <a:lnTo>
                  <a:pt x="2306599" y="1826107"/>
                </a:lnTo>
                <a:lnTo>
                  <a:pt x="2385110" y="1689481"/>
                </a:lnTo>
                <a:lnTo>
                  <a:pt x="2409431" y="1645983"/>
                </a:lnTo>
                <a:lnTo>
                  <a:pt x="2434361" y="1602841"/>
                </a:lnTo>
                <a:lnTo>
                  <a:pt x="2484678" y="1517142"/>
                </a:lnTo>
                <a:lnTo>
                  <a:pt x="2492552" y="1519809"/>
                </a:lnTo>
                <a:lnTo>
                  <a:pt x="2505887" y="1525143"/>
                </a:lnTo>
                <a:lnTo>
                  <a:pt x="2723845" y="1621751"/>
                </a:lnTo>
                <a:lnTo>
                  <a:pt x="2854756" y="1678940"/>
                </a:lnTo>
                <a:lnTo>
                  <a:pt x="2901569" y="1695221"/>
                </a:lnTo>
                <a:lnTo>
                  <a:pt x="2948368" y="1703209"/>
                </a:lnTo>
                <a:lnTo>
                  <a:pt x="2994482" y="1703070"/>
                </a:lnTo>
                <a:lnTo>
                  <a:pt x="3039237" y="1694980"/>
                </a:lnTo>
                <a:lnTo>
                  <a:pt x="3081947" y="1679092"/>
                </a:lnTo>
                <a:lnTo>
                  <a:pt x="3121939" y="1655584"/>
                </a:lnTo>
                <a:lnTo>
                  <a:pt x="3158540" y="1624584"/>
                </a:lnTo>
                <a:lnTo>
                  <a:pt x="3194647" y="1587893"/>
                </a:lnTo>
                <a:lnTo>
                  <a:pt x="3628059" y="1149985"/>
                </a:lnTo>
                <a:lnTo>
                  <a:pt x="3659606" y="1112139"/>
                </a:lnTo>
                <a:lnTo>
                  <a:pt x="3683470" y="1070902"/>
                </a:lnTo>
                <a:lnTo>
                  <a:pt x="3699624" y="1027303"/>
                </a:lnTo>
                <a:lnTo>
                  <a:pt x="3708044" y="982370"/>
                </a:lnTo>
                <a:lnTo>
                  <a:pt x="3708717" y="937107"/>
                </a:lnTo>
                <a:close/>
              </a:path>
              <a:path w="5300345" h="4483100">
                <a:moveTo>
                  <a:pt x="5299888" y="2726944"/>
                </a:moveTo>
                <a:lnTo>
                  <a:pt x="5291620" y="2675636"/>
                </a:lnTo>
                <a:lnTo>
                  <a:pt x="5267553" y="2637764"/>
                </a:lnTo>
                <a:lnTo>
                  <a:pt x="5228831" y="2614333"/>
                </a:lnTo>
                <a:lnTo>
                  <a:pt x="5176571" y="2606294"/>
                </a:lnTo>
                <a:lnTo>
                  <a:pt x="4040174" y="2606294"/>
                </a:lnTo>
                <a:lnTo>
                  <a:pt x="3984421" y="2614206"/>
                </a:lnTo>
                <a:lnTo>
                  <a:pt x="3944620" y="2637777"/>
                </a:lnTo>
                <a:lnTo>
                  <a:pt x="3920744" y="2676753"/>
                </a:lnTo>
                <a:lnTo>
                  <a:pt x="3912793" y="2730881"/>
                </a:lnTo>
                <a:lnTo>
                  <a:pt x="3912793" y="3301098"/>
                </a:lnTo>
                <a:lnTo>
                  <a:pt x="3081324" y="3301098"/>
                </a:lnTo>
                <a:lnTo>
                  <a:pt x="3029267" y="3309162"/>
                </a:lnTo>
                <a:lnTo>
                  <a:pt x="2991015" y="3332759"/>
                </a:lnTo>
                <a:lnTo>
                  <a:pt x="2967444" y="3371037"/>
                </a:lnTo>
                <a:lnTo>
                  <a:pt x="2959404" y="3423094"/>
                </a:lnTo>
                <a:lnTo>
                  <a:pt x="2959404" y="3645865"/>
                </a:lnTo>
                <a:lnTo>
                  <a:pt x="2959176" y="3652875"/>
                </a:lnTo>
                <a:lnTo>
                  <a:pt x="2958223" y="3667874"/>
                </a:lnTo>
                <a:lnTo>
                  <a:pt x="2958007" y="3676370"/>
                </a:lnTo>
                <a:lnTo>
                  <a:pt x="1801672" y="3676370"/>
                </a:lnTo>
                <a:lnTo>
                  <a:pt x="1752650" y="3684536"/>
                </a:lnTo>
                <a:lnTo>
                  <a:pt x="1715820" y="3707866"/>
                </a:lnTo>
                <a:lnTo>
                  <a:pt x="1692402" y="3744620"/>
                </a:lnTo>
                <a:lnTo>
                  <a:pt x="1683689" y="3793058"/>
                </a:lnTo>
                <a:lnTo>
                  <a:pt x="1684235" y="4212056"/>
                </a:lnTo>
                <a:lnTo>
                  <a:pt x="1683689" y="4368558"/>
                </a:lnTo>
                <a:lnTo>
                  <a:pt x="1686801" y="4401375"/>
                </a:lnTo>
                <a:lnTo>
                  <a:pt x="1696770" y="4430217"/>
                </a:lnTo>
                <a:lnTo>
                  <a:pt x="1714436" y="4455084"/>
                </a:lnTo>
                <a:lnTo>
                  <a:pt x="1740712" y="4475962"/>
                </a:lnTo>
                <a:lnTo>
                  <a:pt x="1743379" y="4478617"/>
                </a:lnTo>
                <a:lnTo>
                  <a:pt x="1744649" y="4482592"/>
                </a:lnTo>
                <a:lnTo>
                  <a:pt x="5241595" y="4482592"/>
                </a:lnTo>
                <a:lnTo>
                  <a:pt x="5267464" y="4459389"/>
                </a:lnTo>
                <a:lnTo>
                  <a:pt x="5285638" y="4433201"/>
                </a:lnTo>
                <a:lnTo>
                  <a:pt x="5296357" y="4403534"/>
                </a:lnTo>
                <a:lnTo>
                  <a:pt x="5299888" y="4369879"/>
                </a:lnTo>
                <a:lnTo>
                  <a:pt x="5299888" y="2726944"/>
                </a:lnTo>
                <a:close/>
              </a:path>
            </a:pathLst>
          </a:custGeom>
          <a:solidFill>
            <a:srgbClr val="6E6E77">
              <a:alpha val="4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63776" y="1498600"/>
            <a:ext cx="1803400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985">
              <a:lnSpc>
                <a:spcPts val="3665"/>
              </a:lnSpc>
            </a:pPr>
            <a:r>
              <a:rPr spc="-30"/>
              <a:t>RESULT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04799" y="2799880"/>
            <a:ext cx="3920490" cy="3187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-635" algn="ctr">
              <a:lnSpc>
                <a:spcPct val="113999"/>
              </a:lnSpc>
              <a:spcBef>
                <a:spcPts val="90"/>
              </a:spcBef>
            </a:pPr>
            <a:r>
              <a:t>Our</a:t>
            </a:r>
            <a:r>
              <a:rPr spc="-35"/>
              <a:t> </a:t>
            </a:r>
            <a:r>
              <a:t>leaders</a:t>
            </a:r>
            <a:r>
              <a:rPr spc="-40"/>
              <a:t> </a:t>
            </a:r>
            <a:r>
              <a:t>are</a:t>
            </a:r>
            <a:r>
              <a:rPr spc="-30"/>
              <a:t> </a:t>
            </a:r>
            <a:r>
              <a:t>intrinsically</a:t>
            </a:r>
            <a:r>
              <a:rPr spc="-50"/>
              <a:t> </a:t>
            </a:r>
            <a:r>
              <a:t>motivated</a:t>
            </a:r>
            <a:r>
              <a:rPr spc="-40"/>
              <a:t> </a:t>
            </a:r>
            <a:r>
              <a:t>and</a:t>
            </a:r>
            <a:r>
              <a:rPr spc="-30"/>
              <a:t> </a:t>
            </a:r>
            <a:r>
              <a:rPr spc="-25"/>
              <a:t>are </a:t>
            </a:r>
            <a:r>
              <a:t>passionate</a:t>
            </a:r>
            <a:r>
              <a:rPr spc="-65"/>
              <a:t> </a:t>
            </a:r>
            <a:r>
              <a:t>about</a:t>
            </a:r>
            <a:r>
              <a:rPr spc="-35"/>
              <a:t> </a:t>
            </a:r>
            <a:r>
              <a:t>“getting</a:t>
            </a:r>
            <a:r>
              <a:rPr spc="-55"/>
              <a:t> </a:t>
            </a:r>
            <a:r>
              <a:t>the</a:t>
            </a:r>
            <a:r>
              <a:rPr spc="-35"/>
              <a:t> </a:t>
            </a:r>
            <a:r>
              <a:t>job</a:t>
            </a:r>
            <a:r>
              <a:rPr spc="-20"/>
              <a:t> </a:t>
            </a:r>
            <a:r>
              <a:t>done”.</a:t>
            </a:r>
            <a:r>
              <a:rPr spc="-70"/>
              <a:t> </a:t>
            </a:r>
            <a:r>
              <a:t>They</a:t>
            </a:r>
            <a:r>
              <a:rPr spc="-20"/>
              <a:t> </a:t>
            </a:r>
            <a:r>
              <a:rPr spc="-25"/>
              <a:t>are </a:t>
            </a:r>
            <a:r>
              <a:t>focused</a:t>
            </a:r>
            <a:r>
              <a:rPr spc="-60"/>
              <a:t> </a:t>
            </a:r>
            <a:r>
              <a:t>on</a:t>
            </a:r>
            <a:r>
              <a:rPr spc="-30"/>
              <a:t> </a:t>
            </a:r>
            <a:r>
              <a:t>meticulous</a:t>
            </a:r>
            <a:r>
              <a:rPr spc="-45"/>
              <a:t> </a:t>
            </a:r>
            <a:r>
              <a:t>planning,</a:t>
            </a:r>
            <a:r>
              <a:rPr spc="-40"/>
              <a:t> </a:t>
            </a:r>
            <a:r>
              <a:rPr spc="-10"/>
              <a:t>relentless</a:t>
            </a:r>
            <a:r>
              <a:rPr spc="500"/>
              <a:t> </a:t>
            </a:r>
            <a:r>
              <a:t>actions</a:t>
            </a:r>
            <a:r>
              <a:rPr spc="-45"/>
              <a:t> </a:t>
            </a:r>
            <a:r>
              <a:t>and</a:t>
            </a:r>
            <a:r>
              <a:rPr spc="-20"/>
              <a:t> </a:t>
            </a:r>
            <a:r>
              <a:t>“on</a:t>
            </a:r>
            <a:r>
              <a:rPr spc="-20"/>
              <a:t> </a:t>
            </a:r>
            <a:r>
              <a:t>time”</a:t>
            </a:r>
            <a:r>
              <a:rPr spc="-20"/>
              <a:t> </a:t>
            </a:r>
            <a:r>
              <a:t>execution</a:t>
            </a:r>
            <a:r>
              <a:rPr spc="-35"/>
              <a:t> </a:t>
            </a:r>
            <a:r>
              <a:t>and</a:t>
            </a:r>
            <a:r>
              <a:rPr spc="-15"/>
              <a:t> </a:t>
            </a:r>
            <a:r>
              <a:rPr spc="-10"/>
              <a:t>demonstrate </a:t>
            </a:r>
            <a:r>
              <a:t>excellent</a:t>
            </a:r>
            <a:r>
              <a:rPr spc="-30"/>
              <a:t> </a:t>
            </a:r>
            <a:r>
              <a:t>time</a:t>
            </a:r>
            <a:r>
              <a:rPr spc="-30"/>
              <a:t> </a:t>
            </a:r>
            <a:r>
              <a:t>management</a:t>
            </a:r>
            <a:r>
              <a:rPr spc="-60"/>
              <a:t> </a:t>
            </a:r>
            <a:r>
              <a:t>skills.</a:t>
            </a:r>
            <a:r>
              <a:rPr spc="-60"/>
              <a:t> </a:t>
            </a:r>
            <a:r>
              <a:t>They</a:t>
            </a:r>
            <a:r>
              <a:rPr spc="-35"/>
              <a:t> </a:t>
            </a:r>
            <a:r>
              <a:rPr spc="-20"/>
              <a:t>work </a:t>
            </a:r>
            <a:r>
              <a:t>smart</a:t>
            </a:r>
            <a:r>
              <a:rPr spc="-25"/>
              <a:t> </a:t>
            </a:r>
            <a:r>
              <a:t>and</a:t>
            </a:r>
            <a:r>
              <a:rPr spc="-15"/>
              <a:t> </a:t>
            </a:r>
            <a:r>
              <a:t>hard</a:t>
            </a:r>
            <a:r>
              <a:rPr spc="-15"/>
              <a:t> </a:t>
            </a:r>
            <a:r>
              <a:t>to</a:t>
            </a:r>
            <a:r>
              <a:rPr spc="-15"/>
              <a:t> </a:t>
            </a:r>
            <a:r>
              <a:t>produce</a:t>
            </a:r>
            <a:r>
              <a:rPr spc="-40"/>
              <a:t> </a:t>
            </a:r>
            <a:r>
              <a:t>consistent</a:t>
            </a:r>
            <a:r>
              <a:rPr spc="-35"/>
              <a:t> </a:t>
            </a:r>
            <a:r>
              <a:t>results</a:t>
            </a:r>
            <a:r>
              <a:rPr spc="-35"/>
              <a:t> </a:t>
            </a:r>
            <a:r>
              <a:rPr spc="-25"/>
              <a:t>and </a:t>
            </a:r>
            <a:r>
              <a:t>are</a:t>
            </a:r>
            <a:r>
              <a:rPr spc="-20"/>
              <a:t> </a:t>
            </a:r>
            <a:r>
              <a:t>never</a:t>
            </a:r>
            <a:r>
              <a:rPr spc="-10"/>
              <a:t> complacent.</a:t>
            </a:r>
            <a:r>
              <a:rPr spc="-75"/>
              <a:t> </a:t>
            </a:r>
            <a:r>
              <a:t>They</a:t>
            </a:r>
            <a:r>
              <a:rPr spc="-15"/>
              <a:t> </a:t>
            </a:r>
            <a:r>
              <a:t>positively</a:t>
            </a:r>
            <a:r>
              <a:rPr spc="-25"/>
              <a:t> </a:t>
            </a:r>
            <a:r>
              <a:t>deal</a:t>
            </a:r>
            <a:r>
              <a:rPr spc="-15"/>
              <a:t> </a:t>
            </a:r>
            <a:r>
              <a:rPr spc="-20"/>
              <a:t>with </a:t>
            </a:r>
            <a:r>
              <a:t>volatile,</a:t>
            </a:r>
            <a:r>
              <a:rPr spc="-35"/>
              <a:t> </a:t>
            </a:r>
            <a:r>
              <a:t>uncertain,</a:t>
            </a:r>
            <a:r>
              <a:rPr spc="-55"/>
              <a:t> </a:t>
            </a:r>
            <a:r>
              <a:t>complex</a:t>
            </a:r>
            <a:r>
              <a:rPr spc="-55"/>
              <a:t> </a:t>
            </a:r>
            <a:r>
              <a:t>and</a:t>
            </a:r>
            <a:r>
              <a:rPr spc="-35"/>
              <a:t> </a:t>
            </a:r>
            <a:r>
              <a:rPr spc="-10"/>
              <a:t>ambiguous </a:t>
            </a:r>
            <a:r>
              <a:t>(VUCA)</a:t>
            </a:r>
            <a:r>
              <a:rPr spc="-10"/>
              <a:t> </a:t>
            </a:r>
            <a:r>
              <a:t>situations.</a:t>
            </a:r>
            <a:r>
              <a:rPr spc="-65"/>
              <a:t> </a:t>
            </a:r>
            <a:r>
              <a:t>They</a:t>
            </a:r>
            <a:r>
              <a:rPr spc="-5"/>
              <a:t> </a:t>
            </a:r>
            <a:r>
              <a:t>take</a:t>
            </a:r>
            <a:r>
              <a:rPr spc="-30"/>
              <a:t> </a:t>
            </a:r>
            <a:r>
              <a:t>proactive</a:t>
            </a:r>
            <a:r>
              <a:rPr spc="-25"/>
              <a:t> </a:t>
            </a:r>
            <a:r>
              <a:t>actions</a:t>
            </a:r>
            <a:r>
              <a:rPr spc="-25"/>
              <a:t> to </a:t>
            </a:r>
            <a:r>
              <a:t>overcome</a:t>
            </a:r>
            <a:r>
              <a:rPr spc="-40"/>
              <a:t> </a:t>
            </a:r>
            <a:r>
              <a:t>constraints</a:t>
            </a:r>
            <a:r>
              <a:rPr spc="-50"/>
              <a:t> </a:t>
            </a:r>
            <a:r>
              <a:t>of</a:t>
            </a:r>
            <a:r>
              <a:rPr spc="-25"/>
              <a:t> </a:t>
            </a:r>
            <a:r>
              <a:t>time</a:t>
            </a:r>
            <a:r>
              <a:rPr spc="-35"/>
              <a:t> </a:t>
            </a:r>
            <a:r>
              <a:t>and</a:t>
            </a:r>
            <a:r>
              <a:rPr spc="-30"/>
              <a:t> </a:t>
            </a:r>
            <a:r>
              <a:t>other</a:t>
            </a:r>
            <a:r>
              <a:rPr spc="-45"/>
              <a:t> </a:t>
            </a:r>
            <a:r>
              <a:rPr spc="-10"/>
              <a:t>resources </a:t>
            </a:r>
            <a:r>
              <a:t>to</a:t>
            </a:r>
            <a:r>
              <a:rPr spc="-35"/>
              <a:t> </a:t>
            </a:r>
            <a:r>
              <a:t>make</a:t>
            </a:r>
            <a:r>
              <a:rPr spc="-20"/>
              <a:t> </a:t>
            </a:r>
            <a:r>
              <a:t>things</a:t>
            </a:r>
            <a:r>
              <a:rPr spc="-25"/>
              <a:t> </a:t>
            </a:r>
            <a:r>
              <a:t>happen.</a:t>
            </a:r>
            <a:r>
              <a:rPr spc="-40"/>
              <a:t> </a:t>
            </a:r>
            <a:r>
              <a:t>Leaders</a:t>
            </a:r>
            <a:r>
              <a:rPr spc="-35"/>
              <a:t> </a:t>
            </a:r>
            <a:r>
              <a:t>solve</a:t>
            </a:r>
            <a:r>
              <a:rPr spc="-5"/>
              <a:t> </a:t>
            </a:r>
            <a:r>
              <a:rPr spc="-10"/>
              <a:t>problems </a:t>
            </a:r>
            <a:r>
              <a:t>and</a:t>
            </a:r>
            <a:r>
              <a:rPr spc="-35"/>
              <a:t> </a:t>
            </a:r>
            <a:r>
              <a:t>course</a:t>
            </a:r>
            <a:r>
              <a:rPr spc="-55"/>
              <a:t> </a:t>
            </a:r>
            <a:r>
              <a:t>correct</a:t>
            </a:r>
            <a:r>
              <a:rPr spc="-45"/>
              <a:t> </a:t>
            </a:r>
            <a:r>
              <a:t>where</a:t>
            </a:r>
            <a:r>
              <a:rPr spc="-25"/>
              <a:t> </a:t>
            </a:r>
            <a:r>
              <a:t>needed</a:t>
            </a:r>
            <a:r>
              <a:rPr spc="-45"/>
              <a:t> </a:t>
            </a:r>
            <a:r>
              <a:t>to</a:t>
            </a:r>
            <a:r>
              <a:rPr spc="-30"/>
              <a:t> </a:t>
            </a:r>
            <a:r>
              <a:rPr spc="-10"/>
              <a:t>achieve </a:t>
            </a:r>
            <a:r>
              <a:t>desired</a:t>
            </a:r>
            <a:r>
              <a:rPr spc="-65"/>
              <a:t> </a:t>
            </a:r>
            <a:r>
              <a:rPr spc="-10"/>
              <a:t>results.</a:t>
            </a:r>
          </a:p>
        </p:txBody>
      </p:sp>
      <p:sp>
        <p:nvSpPr>
          <p:cNvPr id="7" name="object 7"/>
          <p:cNvSpPr/>
          <p:nvPr/>
        </p:nvSpPr>
        <p:spPr>
          <a:xfrm>
            <a:off x="2391029" y="6143423"/>
            <a:ext cx="548640" cy="45720"/>
          </a:xfrm>
          <a:custGeom>
            <a:avLst/>
            <a:gdLst/>
            <a:ahLst/>
            <a:cxnLst/>
            <a:rect l="l" t="t" r="r" b="b"/>
            <a:pathLst>
              <a:path w="548639" h="45720">
                <a:moveTo>
                  <a:pt x="548640" y="0"/>
                </a:moveTo>
                <a:lnTo>
                  <a:pt x="0" y="0"/>
                </a:lnTo>
                <a:lnTo>
                  <a:pt x="0" y="45718"/>
                </a:lnTo>
                <a:lnTo>
                  <a:pt x="548640" y="45718"/>
                </a:lnTo>
                <a:lnTo>
                  <a:pt x="5486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86459" y="1991042"/>
            <a:ext cx="3157855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3660"/>
              </a:lnSpc>
            </a:pPr>
            <a:r>
              <a:rPr sz="3200" spc="-40">
                <a:solidFill>
                  <a:srgbClr val="4A4A54"/>
                </a:solidFill>
                <a:latin typeface="Arial Black"/>
                <a:cs typeface="Arial Black"/>
              </a:rPr>
              <a:t>ORIENTATION</a:t>
            </a:r>
            <a:endParaRPr sz="3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480FB15A-3025-E30B-170A-9289E438DE25}"/>
              </a:ext>
            </a:extLst>
          </p:cNvPr>
          <p:cNvSpPr txBox="1">
            <a:spLocks/>
          </p:cNvSpPr>
          <p:nvPr/>
        </p:nvSpPr>
        <p:spPr>
          <a:xfrm>
            <a:off x="1765389" y="203200"/>
            <a:ext cx="1803400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6985">
              <a:lnSpc>
                <a:spcPts val="3665"/>
              </a:lnSpc>
            </a:pPr>
            <a:r>
              <a:rPr lang="en-IN" spc="-30"/>
              <a:t>RESULT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111D9066-43AC-15D9-0882-9E11AB518F9E}"/>
              </a:ext>
            </a:extLst>
          </p:cNvPr>
          <p:cNvSpPr txBox="1"/>
          <p:nvPr/>
        </p:nvSpPr>
        <p:spPr>
          <a:xfrm>
            <a:off x="1088072" y="695642"/>
            <a:ext cx="3157855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3660"/>
              </a:lnSpc>
            </a:pPr>
            <a:r>
              <a:rPr sz="3200" spc="-40">
                <a:solidFill>
                  <a:srgbClr val="4A4A54"/>
                </a:solidFill>
                <a:latin typeface="Arial Black"/>
                <a:cs typeface="Arial Black"/>
              </a:rPr>
              <a:t>ORIENTATION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F21B7-7D27-35CC-B6EE-1825EF7B6914}"/>
              </a:ext>
            </a:extLst>
          </p:cNvPr>
          <p:cNvSpPr txBox="1"/>
          <p:nvPr/>
        </p:nvSpPr>
        <p:spPr>
          <a:xfrm>
            <a:off x="2145862" y="1215388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DCF37F-0021-F6DF-42D5-95B94745FCC9}"/>
              </a:ext>
            </a:extLst>
          </p:cNvPr>
          <p:cNvSpPr txBox="1"/>
          <p:nvPr/>
        </p:nvSpPr>
        <p:spPr>
          <a:xfrm>
            <a:off x="381000" y="1760676"/>
            <a:ext cx="47244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Results are always in our control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Treating team members with respect is important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undertook meticulous planning, relentless action, onetime execution and managed time well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proactively dealt with volatile, uncertain, complex and ambiguous situations (VUCA) positively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endParaRPr lang="en-US" sz="2400"/>
          </a:p>
        </p:txBody>
      </p:sp>
      <p:pic>
        <p:nvPicPr>
          <p:cNvPr id="3" name="Graphic 2" descr="Questions with solid fill">
            <a:extLst>
              <a:ext uri="{FF2B5EF4-FFF2-40B4-BE49-F238E27FC236}">
                <a16:creationId xmlns:a16="http://schemas.microsoft.com/office/drawing/2014/main" id="{4B5F8408-D92E-0DDC-C10D-661AC64BE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600" y="706428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58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5D9A3E52-C01A-7A38-3B9D-3937B21D32A0}"/>
              </a:ext>
            </a:extLst>
          </p:cNvPr>
          <p:cNvSpPr txBox="1">
            <a:spLocks/>
          </p:cNvSpPr>
          <p:nvPr/>
        </p:nvSpPr>
        <p:spPr>
          <a:xfrm>
            <a:off x="1765389" y="203200"/>
            <a:ext cx="1803400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6985">
              <a:lnSpc>
                <a:spcPts val="3665"/>
              </a:lnSpc>
            </a:pPr>
            <a:r>
              <a:rPr lang="en-IN" spc="-30"/>
              <a:t>RESULT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B8E485AB-CC9C-C17C-3317-54594E6A15E2}"/>
              </a:ext>
            </a:extLst>
          </p:cNvPr>
          <p:cNvSpPr txBox="1"/>
          <p:nvPr/>
        </p:nvSpPr>
        <p:spPr>
          <a:xfrm>
            <a:off x="1088072" y="695642"/>
            <a:ext cx="3157855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3660"/>
              </a:lnSpc>
            </a:pPr>
            <a:r>
              <a:rPr sz="3200" spc="-40">
                <a:solidFill>
                  <a:srgbClr val="4A4A54"/>
                </a:solidFill>
                <a:latin typeface="Arial Black"/>
                <a:cs typeface="Arial Black"/>
              </a:rPr>
              <a:t>ORIENTATION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DE7CC1-D6CB-FE6D-8DB4-FA2E888F3A70}"/>
              </a:ext>
            </a:extLst>
          </p:cNvPr>
          <p:cNvSpPr txBox="1"/>
          <p:nvPr/>
        </p:nvSpPr>
        <p:spPr>
          <a:xfrm>
            <a:off x="2145862" y="1215388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8C806-55C8-6FF7-3737-AD071F2CA093}"/>
              </a:ext>
            </a:extLst>
          </p:cNvPr>
          <p:cNvSpPr txBox="1"/>
          <p:nvPr/>
        </p:nvSpPr>
        <p:spPr>
          <a:xfrm>
            <a:off x="381000" y="1760676"/>
            <a:ext cx="47244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Results are always in our control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Treating team members with respect is important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rgbClr val="00B050"/>
                </a:solidFill>
                <a:effectLst/>
              </a:rPr>
              <a:t>I undertook meticulous planning, relentless action, onetime execution and managed time well</a:t>
            </a:r>
            <a:endParaRPr lang="en-IN" sz="2400" b="0" i="0" u="none" strike="noStrike">
              <a:solidFill>
                <a:srgbClr val="00B050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rgbClr val="00B050"/>
                </a:solidFill>
                <a:effectLst/>
              </a:rPr>
              <a:t>I proactively dealt with volatile, uncertain, complex and ambiguous situations (VUCA) positively</a:t>
            </a:r>
            <a:endParaRPr lang="en-IN" sz="2400" b="0" i="0" u="none" strike="noStrike">
              <a:solidFill>
                <a:srgbClr val="00B050"/>
              </a:solidFill>
              <a:effectLst/>
              <a:latin typeface="Aptos Narrow" panose="020B0004020202020204" pitchFamily="34" charset="0"/>
            </a:endParaRPr>
          </a:p>
          <a:p>
            <a:endParaRPr lang="en-US" sz="2400"/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D2D70D31-0AAD-522D-7BBB-990A71F266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61993" y="1190447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6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BC8FA9D0-8F68-8114-CF9A-A82AC28345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5389" y="777558"/>
            <a:ext cx="1803400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985">
              <a:lnSpc>
                <a:spcPts val="3665"/>
              </a:lnSpc>
            </a:pPr>
            <a:r>
              <a:rPr spc="-30"/>
              <a:t>RESULT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BA0CEEAD-E45E-38B8-FBF9-774BE01AC89F}"/>
              </a:ext>
            </a:extLst>
          </p:cNvPr>
          <p:cNvSpPr txBox="1"/>
          <p:nvPr/>
        </p:nvSpPr>
        <p:spPr>
          <a:xfrm>
            <a:off x="1088072" y="1270000"/>
            <a:ext cx="3157855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3660"/>
              </a:lnSpc>
            </a:pPr>
            <a:r>
              <a:rPr sz="3200" spc="-40">
                <a:solidFill>
                  <a:srgbClr val="4A4A54"/>
                </a:solidFill>
                <a:latin typeface="Arial Black"/>
                <a:cs typeface="Arial Black"/>
              </a:rPr>
              <a:t>ORIENTATION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47B555-2A8D-BD6F-F1F7-34C9ACEC8845}"/>
              </a:ext>
            </a:extLst>
          </p:cNvPr>
          <p:cNvSpPr txBox="1"/>
          <p:nvPr/>
        </p:nvSpPr>
        <p:spPr>
          <a:xfrm>
            <a:off x="457200" y="2717800"/>
            <a:ext cx="443240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Living the Leadership Principle</a:t>
            </a: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r>
              <a:rPr lang="en-US" sz="3600">
                <a:solidFill>
                  <a:schemeClr val="bg1"/>
                </a:solidFill>
              </a:rPr>
              <a:t>Experience sharing</a:t>
            </a:r>
          </a:p>
        </p:txBody>
      </p:sp>
    </p:spTree>
    <p:extLst>
      <p:ext uri="{BB962C8B-B14F-4D97-AF65-F5344CB8AC3E}">
        <p14:creationId xmlns:p14="http://schemas.microsoft.com/office/powerpoint/2010/main" val="2161505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98492C-280C-E821-EDC0-FBAC6F00ECA9}"/>
              </a:ext>
            </a:extLst>
          </p:cNvPr>
          <p:cNvSpPr txBox="1"/>
          <p:nvPr/>
        </p:nvSpPr>
        <p:spPr>
          <a:xfrm>
            <a:off x="381000" y="1455678"/>
            <a:ext cx="457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Two days before quarter-end, Ritu spotted a misclassification in revenue forecasts. With time ticking, she recalculated models, coordinated with business heads, and delivered corrected reports under tight deadlines.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Thanks to her urgency and sharp planning, leadership had accurate numbers before board review.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D7CAA8-491F-E2FF-A8C0-DD23F9574040}"/>
              </a:ext>
            </a:extLst>
          </p:cNvPr>
          <p:cNvSpPr txBox="1"/>
          <p:nvPr/>
        </p:nvSpPr>
        <p:spPr>
          <a:xfrm>
            <a:off x="1975143" y="1054993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Situation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42C1347-23C5-F321-FC5D-B0A65FDEEA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5389" y="118366"/>
            <a:ext cx="1803400" cy="42344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985" algn="ctr">
              <a:lnSpc>
                <a:spcPts val="3665"/>
              </a:lnSpc>
            </a:pPr>
            <a:r>
              <a:rPr sz="2000" spc="-30"/>
              <a:t>RESULT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BD335445-7E2A-70EA-E896-A986DB82BAA7}"/>
              </a:ext>
            </a:extLst>
          </p:cNvPr>
          <p:cNvSpPr txBox="1"/>
          <p:nvPr/>
        </p:nvSpPr>
        <p:spPr>
          <a:xfrm>
            <a:off x="1344135" y="541815"/>
            <a:ext cx="2645727" cy="42344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2065" algn="ctr">
              <a:lnSpc>
                <a:spcPts val="3660"/>
              </a:lnSpc>
            </a:pPr>
            <a:r>
              <a:rPr sz="2000" spc="-40">
                <a:solidFill>
                  <a:srgbClr val="4A4A54"/>
                </a:solidFill>
                <a:latin typeface="Arial Black"/>
                <a:cs typeface="Arial Black"/>
              </a:rPr>
              <a:t>ORIENTATION</a:t>
            </a:r>
            <a:endParaRPr sz="200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041836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76F333-188B-1A0D-46F8-7EAA44F16B45}"/>
              </a:ext>
            </a:extLst>
          </p:cNvPr>
          <p:cNvSpPr txBox="1"/>
          <p:nvPr/>
        </p:nvSpPr>
        <p:spPr>
          <a:xfrm>
            <a:off x="457201" y="889000"/>
            <a:ext cx="4572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Was self-motivated and passionate about getting things done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Undertook meticulous planning, relentless action, onetime execution and managed time well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Worked both smart and hard and was never complacent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Proactively dealt with volatile, uncertain, complex and ambiguous situations (VUCA) positively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Took proactive actions to overcome constraints of time and other resources and made things happen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Solved problems and course corrected when needed and achieved desired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470BE-E440-748A-E580-05453D3E34BC}"/>
              </a:ext>
            </a:extLst>
          </p:cNvPr>
          <p:cNvSpPr txBox="1"/>
          <p:nvPr/>
        </p:nvSpPr>
        <p:spPr>
          <a:xfrm>
            <a:off x="1746270" y="279400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Evidences</a:t>
            </a:r>
          </a:p>
        </p:txBody>
      </p:sp>
      <p:pic>
        <p:nvPicPr>
          <p:cNvPr id="2" name="Graphic 1" descr="Questions with solid fill">
            <a:extLst>
              <a:ext uri="{FF2B5EF4-FFF2-40B4-BE49-F238E27FC236}">
                <a16:creationId xmlns:a16="http://schemas.microsoft.com/office/drawing/2014/main" id="{05B7C06C-56A0-448B-4962-57D0C6D588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43401" y="2794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3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BF5255-464A-9B66-9A7A-782BF09CFA10}"/>
              </a:ext>
            </a:extLst>
          </p:cNvPr>
          <p:cNvSpPr txBox="1"/>
          <p:nvPr/>
        </p:nvSpPr>
        <p:spPr>
          <a:xfrm>
            <a:off x="457201" y="889000"/>
            <a:ext cx="4572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Was self-motivated and passionate about getting things done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Undertook meticulous planning, relentless action, onetime execution and managed time well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Worked both smart and hard and was never complacent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Proactively dealt with volatile, uncertain, complex and ambiguous situations (VUCA) positively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Took proactive actions to overcome constraints of time and other resources and made things happen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Solved problems and course corrected when needed and achieved desired results</a:t>
            </a: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0B53A246-77B2-DE8E-B1F5-8890DF3351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0170" y="289787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00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6838" y="0"/>
            <a:ext cx="228600" cy="352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26838" y="0"/>
            <a:ext cx="228600" cy="3524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marL="59055">
              <a:lnSpc>
                <a:spcPct val="100000"/>
              </a:lnSpc>
              <a:spcBef>
                <a:spcPts val="5"/>
              </a:spcBef>
            </a:pP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794" y="2669920"/>
            <a:ext cx="5332095" cy="4838700"/>
            <a:chOff x="-794" y="2669920"/>
            <a:chExt cx="5332095" cy="48387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794" y="4852669"/>
              <a:ext cx="5331492" cy="265593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20103" y="2669920"/>
              <a:ext cx="4315460" cy="2463800"/>
            </a:xfrm>
            <a:custGeom>
              <a:avLst/>
              <a:gdLst/>
              <a:ahLst/>
              <a:cxnLst/>
              <a:rect l="l" t="t" r="r" b="b"/>
              <a:pathLst>
                <a:path w="4315460" h="2463800">
                  <a:moveTo>
                    <a:pt x="663384" y="1397762"/>
                  </a:moveTo>
                  <a:lnTo>
                    <a:pt x="654621" y="1359687"/>
                  </a:lnTo>
                  <a:lnTo>
                    <a:pt x="629589" y="1328928"/>
                  </a:lnTo>
                  <a:lnTo>
                    <a:pt x="138353" y="937768"/>
                  </a:lnTo>
                  <a:lnTo>
                    <a:pt x="73926" y="917905"/>
                  </a:lnTo>
                  <a:lnTo>
                    <a:pt x="42786" y="927303"/>
                  </a:lnTo>
                  <a:lnTo>
                    <a:pt x="17653" y="948690"/>
                  </a:lnTo>
                  <a:lnTo>
                    <a:pt x="2438" y="978382"/>
                  </a:lnTo>
                  <a:lnTo>
                    <a:pt x="0" y="1010691"/>
                  </a:lnTo>
                  <a:lnTo>
                    <a:pt x="10020" y="1041869"/>
                  </a:lnTo>
                  <a:lnTo>
                    <a:pt x="63842" y="1094295"/>
                  </a:lnTo>
                  <a:lnTo>
                    <a:pt x="127698" y="1145946"/>
                  </a:lnTo>
                  <a:lnTo>
                    <a:pt x="524573" y="1462913"/>
                  </a:lnTo>
                  <a:lnTo>
                    <a:pt x="567563" y="1482953"/>
                  </a:lnTo>
                  <a:lnTo>
                    <a:pt x="590931" y="1482737"/>
                  </a:lnTo>
                  <a:lnTo>
                    <a:pt x="635876" y="1461363"/>
                  </a:lnTo>
                  <a:lnTo>
                    <a:pt x="660247" y="1422882"/>
                  </a:lnTo>
                  <a:lnTo>
                    <a:pt x="663384" y="1397762"/>
                  </a:lnTo>
                  <a:close/>
                </a:path>
                <a:path w="4315460" h="2463800">
                  <a:moveTo>
                    <a:pt x="860856" y="1155954"/>
                  </a:moveTo>
                  <a:lnTo>
                    <a:pt x="845540" y="1106157"/>
                  </a:lnTo>
                  <a:lnTo>
                    <a:pt x="339839" y="697357"/>
                  </a:lnTo>
                  <a:lnTo>
                    <a:pt x="303263" y="676440"/>
                  </a:lnTo>
                  <a:lnTo>
                    <a:pt x="283044" y="673150"/>
                  </a:lnTo>
                  <a:lnTo>
                    <a:pt x="261251" y="675513"/>
                  </a:lnTo>
                  <a:lnTo>
                    <a:pt x="217271" y="699566"/>
                  </a:lnTo>
                  <a:lnTo>
                    <a:pt x="195973" y="744474"/>
                  </a:lnTo>
                  <a:lnTo>
                    <a:pt x="195046" y="770801"/>
                  </a:lnTo>
                  <a:lnTo>
                    <a:pt x="202158" y="793838"/>
                  </a:lnTo>
                  <a:lnTo>
                    <a:pt x="234657" y="831469"/>
                  </a:lnTo>
                  <a:lnTo>
                    <a:pt x="715835" y="1215644"/>
                  </a:lnTo>
                  <a:lnTo>
                    <a:pt x="757326" y="1237703"/>
                  </a:lnTo>
                  <a:lnTo>
                    <a:pt x="771486" y="1244600"/>
                  </a:lnTo>
                  <a:lnTo>
                    <a:pt x="799820" y="1237678"/>
                  </a:lnTo>
                  <a:lnTo>
                    <a:pt x="824204" y="1224508"/>
                  </a:lnTo>
                  <a:lnTo>
                    <a:pt x="843368" y="1205674"/>
                  </a:lnTo>
                  <a:lnTo>
                    <a:pt x="856068" y="1181735"/>
                  </a:lnTo>
                  <a:lnTo>
                    <a:pt x="860856" y="1155954"/>
                  </a:lnTo>
                  <a:close/>
                </a:path>
                <a:path w="4315460" h="2463800">
                  <a:moveTo>
                    <a:pt x="1179779" y="1607400"/>
                  </a:moveTo>
                  <a:lnTo>
                    <a:pt x="1177505" y="1558417"/>
                  </a:lnTo>
                  <a:lnTo>
                    <a:pt x="1073619" y="1021461"/>
                  </a:lnTo>
                  <a:lnTo>
                    <a:pt x="1038161" y="961110"/>
                  </a:lnTo>
                  <a:lnTo>
                    <a:pt x="1007592" y="947775"/>
                  </a:lnTo>
                  <a:lnTo>
                    <a:pt x="971003" y="947801"/>
                  </a:lnTo>
                  <a:lnTo>
                    <a:pt x="940117" y="960666"/>
                  </a:lnTo>
                  <a:lnTo>
                    <a:pt x="917613" y="984351"/>
                  </a:lnTo>
                  <a:lnTo>
                    <a:pt x="905510" y="1015707"/>
                  </a:lnTo>
                  <a:lnTo>
                    <a:pt x="905852" y="1051560"/>
                  </a:lnTo>
                  <a:lnTo>
                    <a:pt x="996403" y="1512570"/>
                  </a:lnTo>
                  <a:lnTo>
                    <a:pt x="748703" y="1530489"/>
                  </a:lnTo>
                  <a:lnTo>
                    <a:pt x="559308" y="1542923"/>
                  </a:lnTo>
                  <a:lnTo>
                    <a:pt x="512127" y="1546352"/>
                  </a:lnTo>
                  <a:lnTo>
                    <a:pt x="453707" y="1574203"/>
                  </a:lnTo>
                  <a:lnTo>
                    <a:pt x="432435" y="1631962"/>
                  </a:lnTo>
                  <a:lnTo>
                    <a:pt x="441337" y="1666214"/>
                  </a:lnTo>
                  <a:lnTo>
                    <a:pt x="461111" y="1693087"/>
                  </a:lnTo>
                  <a:lnTo>
                    <a:pt x="489483" y="1710232"/>
                  </a:lnTo>
                  <a:lnTo>
                    <a:pt x="524205" y="1715262"/>
                  </a:lnTo>
                  <a:lnTo>
                    <a:pt x="617372" y="1709394"/>
                  </a:lnTo>
                  <a:lnTo>
                    <a:pt x="710768" y="1703031"/>
                  </a:lnTo>
                  <a:lnTo>
                    <a:pt x="757262" y="1699514"/>
                  </a:lnTo>
                  <a:lnTo>
                    <a:pt x="1084541" y="1676654"/>
                  </a:lnTo>
                  <a:lnTo>
                    <a:pt x="1133195" y="1666976"/>
                  </a:lnTo>
                  <a:lnTo>
                    <a:pt x="1164971" y="1643735"/>
                  </a:lnTo>
                  <a:lnTo>
                    <a:pt x="1179779" y="1607400"/>
                  </a:lnTo>
                  <a:close/>
                </a:path>
                <a:path w="4315460" h="2463800">
                  <a:moveTo>
                    <a:pt x="2056434" y="248856"/>
                  </a:moveTo>
                  <a:lnTo>
                    <a:pt x="2056396" y="144564"/>
                  </a:lnTo>
                  <a:lnTo>
                    <a:pt x="2055964" y="92583"/>
                  </a:lnTo>
                  <a:lnTo>
                    <a:pt x="2042566" y="44691"/>
                  </a:lnTo>
                  <a:lnTo>
                    <a:pt x="2015299" y="12674"/>
                  </a:lnTo>
                  <a:lnTo>
                    <a:pt x="1967001" y="825"/>
                  </a:lnTo>
                  <a:lnTo>
                    <a:pt x="1941283" y="6858"/>
                  </a:lnTo>
                  <a:lnTo>
                    <a:pt x="1917814" y="19380"/>
                  </a:lnTo>
                  <a:lnTo>
                    <a:pt x="1900389" y="38252"/>
                  </a:lnTo>
                  <a:lnTo>
                    <a:pt x="1889518" y="62572"/>
                  </a:lnTo>
                  <a:lnTo>
                    <a:pt x="1885784" y="91440"/>
                  </a:lnTo>
                  <a:lnTo>
                    <a:pt x="1885784" y="687578"/>
                  </a:lnTo>
                  <a:lnTo>
                    <a:pt x="1888832" y="727252"/>
                  </a:lnTo>
                  <a:lnTo>
                    <a:pt x="1902167" y="768845"/>
                  </a:lnTo>
                  <a:lnTo>
                    <a:pt x="1973935" y="802284"/>
                  </a:lnTo>
                  <a:lnTo>
                    <a:pt x="2015655" y="791895"/>
                  </a:lnTo>
                  <a:lnTo>
                    <a:pt x="2044915" y="760730"/>
                  </a:lnTo>
                  <a:lnTo>
                    <a:pt x="2055964" y="711708"/>
                  </a:lnTo>
                  <a:lnTo>
                    <a:pt x="2056041" y="353161"/>
                  </a:lnTo>
                  <a:lnTo>
                    <a:pt x="2056434" y="248856"/>
                  </a:lnTo>
                  <a:close/>
                </a:path>
                <a:path w="4315460" h="2463800">
                  <a:moveTo>
                    <a:pt x="2369909" y="90678"/>
                  </a:moveTo>
                  <a:lnTo>
                    <a:pt x="2363876" y="54229"/>
                  </a:lnTo>
                  <a:lnTo>
                    <a:pt x="2346985" y="25819"/>
                  </a:lnTo>
                  <a:lnTo>
                    <a:pt x="2321039" y="7175"/>
                  </a:lnTo>
                  <a:lnTo>
                    <a:pt x="2287867" y="0"/>
                  </a:lnTo>
                  <a:lnTo>
                    <a:pt x="2252662" y="6477"/>
                  </a:lnTo>
                  <a:lnTo>
                    <a:pt x="2206345" y="52514"/>
                  </a:lnTo>
                  <a:lnTo>
                    <a:pt x="2199436" y="140538"/>
                  </a:lnTo>
                  <a:lnTo>
                    <a:pt x="2199195" y="192760"/>
                  </a:lnTo>
                  <a:lnTo>
                    <a:pt x="2199005" y="244944"/>
                  </a:lnTo>
                  <a:lnTo>
                    <a:pt x="2198878" y="297116"/>
                  </a:lnTo>
                  <a:lnTo>
                    <a:pt x="2198878" y="505663"/>
                  </a:lnTo>
                  <a:lnTo>
                    <a:pt x="2199005" y="557834"/>
                  </a:lnTo>
                  <a:lnTo>
                    <a:pt x="2199195" y="610019"/>
                  </a:lnTo>
                  <a:lnTo>
                    <a:pt x="2199436" y="662241"/>
                  </a:lnTo>
                  <a:lnTo>
                    <a:pt x="2199729" y="714502"/>
                  </a:lnTo>
                  <a:lnTo>
                    <a:pt x="2214080" y="761758"/>
                  </a:lnTo>
                  <a:lnTo>
                    <a:pt x="2241016" y="793127"/>
                  </a:lnTo>
                  <a:lnTo>
                    <a:pt x="2289175" y="804494"/>
                  </a:lnTo>
                  <a:lnTo>
                    <a:pt x="2314410" y="799084"/>
                  </a:lnTo>
                  <a:lnTo>
                    <a:pt x="2354249" y="769937"/>
                  </a:lnTo>
                  <a:lnTo>
                    <a:pt x="2368766" y="721741"/>
                  </a:lnTo>
                  <a:lnTo>
                    <a:pt x="2368766" y="405003"/>
                  </a:lnTo>
                  <a:lnTo>
                    <a:pt x="2369909" y="405003"/>
                  </a:lnTo>
                  <a:lnTo>
                    <a:pt x="2369909" y="90678"/>
                  </a:lnTo>
                  <a:close/>
                </a:path>
                <a:path w="4315460" h="2463800">
                  <a:moveTo>
                    <a:pt x="2589187" y="812495"/>
                  </a:moveTo>
                  <a:lnTo>
                    <a:pt x="2581745" y="781786"/>
                  </a:lnTo>
                  <a:lnTo>
                    <a:pt x="2561171" y="754126"/>
                  </a:lnTo>
                  <a:lnTo>
                    <a:pt x="2532278" y="736257"/>
                  </a:lnTo>
                  <a:lnTo>
                    <a:pt x="2500363" y="731253"/>
                  </a:lnTo>
                  <a:lnTo>
                    <a:pt x="2468689" y="738898"/>
                  </a:lnTo>
                  <a:lnTo>
                    <a:pt x="2440521" y="758952"/>
                  </a:lnTo>
                  <a:lnTo>
                    <a:pt x="2413495" y="788111"/>
                  </a:lnTo>
                  <a:lnTo>
                    <a:pt x="2333079" y="877189"/>
                  </a:lnTo>
                  <a:lnTo>
                    <a:pt x="2114639" y="1114679"/>
                  </a:lnTo>
                  <a:lnTo>
                    <a:pt x="2099843" y="1098232"/>
                  </a:lnTo>
                  <a:lnTo>
                    <a:pt x="1934870" y="907694"/>
                  </a:lnTo>
                  <a:lnTo>
                    <a:pt x="1871256" y="833018"/>
                  </a:lnTo>
                  <a:lnTo>
                    <a:pt x="1808187" y="757809"/>
                  </a:lnTo>
                  <a:lnTo>
                    <a:pt x="1780755" y="735698"/>
                  </a:lnTo>
                  <a:lnTo>
                    <a:pt x="1748510" y="725805"/>
                  </a:lnTo>
                  <a:lnTo>
                    <a:pt x="1715617" y="728599"/>
                  </a:lnTo>
                  <a:lnTo>
                    <a:pt x="1686267" y="744474"/>
                  </a:lnTo>
                  <a:lnTo>
                    <a:pt x="1665490" y="771055"/>
                  </a:lnTo>
                  <a:lnTo>
                    <a:pt x="1657604" y="803008"/>
                  </a:lnTo>
                  <a:lnTo>
                    <a:pt x="1662849" y="836764"/>
                  </a:lnTo>
                  <a:lnTo>
                    <a:pt x="1681441" y="868680"/>
                  </a:lnTo>
                  <a:lnTo>
                    <a:pt x="1774278" y="975995"/>
                  </a:lnTo>
                  <a:lnTo>
                    <a:pt x="2044661" y="1295654"/>
                  </a:lnTo>
                  <a:lnTo>
                    <a:pt x="2076272" y="1320939"/>
                  </a:lnTo>
                  <a:lnTo>
                    <a:pt x="2111171" y="1329829"/>
                  </a:lnTo>
                  <a:lnTo>
                    <a:pt x="2146312" y="1322235"/>
                  </a:lnTo>
                  <a:lnTo>
                    <a:pt x="2178647" y="1298067"/>
                  </a:lnTo>
                  <a:lnTo>
                    <a:pt x="2389670" y="1066977"/>
                  </a:lnTo>
                  <a:lnTo>
                    <a:pt x="2564727" y="873506"/>
                  </a:lnTo>
                  <a:lnTo>
                    <a:pt x="2583510" y="843864"/>
                  </a:lnTo>
                  <a:lnTo>
                    <a:pt x="2589187" y="812495"/>
                  </a:lnTo>
                  <a:close/>
                </a:path>
                <a:path w="4315460" h="2463800">
                  <a:moveTo>
                    <a:pt x="2659977" y="1934718"/>
                  </a:moveTo>
                  <a:lnTo>
                    <a:pt x="2658503" y="1887613"/>
                  </a:lnTo>
                  <a:lnTo>
                    <a:pt x="2653004" y="1841436"/>
                  </a:lnTo>
                  <a:lnTo>
                    <a:pt x="2643606" y="1796402"/>
                  </a:lnTo>
                  <a:lnTo>
                    <a:pt x="2630487" y="1752701"/>
                  </a:lnTo>
                  <a:lnTo>
                    <a:pt x="2613812" y="1710550"/>
                  </a:lnTo>
                  <a:lnTo>
                    <a:pt x="2593733" y="1670138"/>
                  </a:lnTo>
                  <a:lnTo>
                    <a:pt x="2570429" y="1631657"/>
                  </a:lnTo>
                  <a:lnTo>
                    <a:pt x="2544038" y="1595323"/>
                  </a:lnTo>
                  <a:lnTo>
                    <a:pt x="2515946" y="1562735"/>
                  </a:lnTo>
                  <a:lnTo>
                    <a:pt x="2489670" y="1536738"/>
                  </a:lnTo>
                  <a:lnTo>
                    <a:pt x="2489670" y="1927479"/>
                  </a:lnTo>
                  <a:lnTo>
                    <a:pt x="2487358" y="1971167"/>
                  </a:lnTo>
                  <a:lnTo>
                    <a:pt x="2479256" y="2016417"/>
                  </a:lnTo>
                  <a:lnTo>
                    <a:pt x="2465959" y="2058403"/>
                  </a:lnTo>
                  <a:lnTo>
                    <a:pt x="2447747" y="2098205"/>
                  </a:lnTo>
                  <a:lnTo>
                    <a:pt x="2425001" y="2135428"/>
                  </a:lnTo>
                  <a:lnTo>
                    <a:pt x="2398090" y="2169655"/>
                  </a:lnTo>
                  <a:lnTo>
                    <a:pt x="2367356" y="2200516"/>
                  </a:lnTo>
                  <a:lnTo>
                    <a:pt x="2333180" y="2227580"/>
                  </a:lnTo>
                  <a:lnTo>
                    <a:pt x="2295944" y="2250465"/>
                  </a:lnTo>
                  <a:lnTo>
                    <a:pt x="2255990" y="2268778"/>
                  </a:lnTo>
                  <a:lnTo>
                    <a:pt x="2213686" y="2282101"/>
                  </a:lnTo>
                  <a:lnTo>
                    <a:pt x="2169414" y="2290051"/>
                  </a:lnTo>
                  <a:lnTo>
                    <a:pt x="2123529" y="2292223"/>
                  </a:lnTo>
                  <a:lnTo>
                    <a:pt x="2077694" y="2289365"/>
                  </a:lnTo>
                  <a:lnTo>
                    <a:pt x="2033587" y="2281021"/>
                  </a:lnTo>
                  <a:lnTo>
                    <a:pt x="1991525" y="2267534"/>
                  </a:lnTo>
                  <a:lnTo>
                    <a:pt x="1951863" y="2249246"/>
                  </a:lnTo>
                  <a:lnTo>
                    <a:pt x="1914931" y="2226487"/>
                  </a:lnTo>
                  <a:lnTo>
                    <a:pt x="1881085" y="2199627"/>
                  </a:lnTo>
                  <a:lnTo>
                    <a:pt x="1850631" y="2168982"/>
                  </a:lnTo>
                  <a:lnTo>
                    <a:pt x="1823948" y="2134908"/>
                  </a:lnTo>
                  <a:lnTo>
                    <a:pt x="1801342" y="2097747"/>
                  </a:lnTo>
                  <a:lnTo>
                    <a:pt x="1783181" y="2057844"/>
                  </a:lnTo>
                  <a:lnTo>
                    <a:pt x="1769783" y="2015528"/>
                  </a:lnTo>
                  <a:lnTo>
                    <a:pt x="1761490" y="1971167"/>
                  </a:lnTo>
                  <a:lnTo>
                    <a:pt x="1758657" y="1925066"/>
                  </a:lnTo>
                  <a:lnTo>
                    <a:pt x="1762048" y="1876831"/>
                  </a:lnTo>
                  <a:lnTo>
                    <a:pt x="1771916" y="1830273"/>
                  </a:lnTo>
                  <a:lnTo>
                    <a:pt x="1787779" y="1785899"/>
                  </a:lnTo>
                  <a:lnTo>
                    <a:pt x="1809178" y="1744154"/>
                  </a:lnTo>
                  <a:lnTo>
                    <a:pt x="1835619" y="1705533"/>
                  </a:lnTo>
                  <a:lnTo>
                    <a:pt x="1866646" y="1670519"/>
                  </a:lnTo>
                  <a:lnTo>
                    <a:pt x="1901774" y="1639570"/>
                  </a:lnTo>
                  <a:lnTo>
                    <a:pt x="1940534" y="1613192"/>
                  </a:lnTo>
                  <a:lnTo>
                    <a:pt x="1982444" y="1591830"/>
                  </a:lnTo>
                  <a:lnTo>
                    <a:pt x="2027047" y="1575993"/>
                  </a:lnTo>
                  <a:lnTo>
                    <a:pt x="2073846" y="1566138"/>
                  </a:lnTo>
                  <a:lnTo>
                    <a:pt x="2122386" y="1562735"/>
                  </a:lnTo>
                  <a:lnTo>
                    <a:pt x="2168448" y="1565325"/>
                  </a:lnTo>
                  <a:lnTo>
                    <a:pt x="2212771" y="1573441"/>
                  </a:lnTo>
                  <a:lnTo>
                    <a:pt x="2255012" y="1586738"/>
                  </a:lnTo>
                  <a:lnTo>
                    <a:pt x="2294839" y="1604873"/>
                  </a:lnTo>
                  <a:lnTo>
                    <a:pt x="2331910" y="1627466"/>
                  </a:lnTo>
                  <a:lnTo>
                    <a:pt x="2365908" y="1654200"/>
                  </a:lnTo>
                  <a:lnTo>
                    <a:pt x="2396490" y="1684718"/>
                  </a:lnTo>
                  <a:lnTo>
                    <a:pt x="2423325" y="1718652"/>
                  </a:lnTo>
                  <a:lnTo>
                    <a:pt x="2446083" y="1755660"/>
                  </a:lnTo>
                  <a:lnTo>
                    <a:pt x="2464435" y="1795399"/>
                  </a:lnTo>
                  <a:lnTo>
                    <a:pt x="2478036" y="1837524"/>
                  </a:lnTo>
                  <a:lnTo>
                    <a:pt x="2486558" y="1881670"/>
                  </a:lnTo>
                  <a:lnTo>
                    <a:pt x="2489670" y="1927479"/>
                  </a:lnTo>
                  <a:lnTo>
                    <a:pt x="2489670" y="1536738"/>
                  </a:lnTo>
                  <a:lnTo>
                    <a:pt x="2448026" y="1501152"/>
                  </a:lnTo>
                  <a:lnTo>
                    <a:pt x="2410942" y="1475371"/>
                  </a:lnTo>
                  <a:lnTo>
                    <a:pt x="2371598" y="1452727"/>
                  </a:lnTo>
                  <a:lnTo>
                    <a:pt x="2330145" y="1433423"/>
                  </a:lnTo>
                  <a:lnTo>
                    <a:pt x="2286749" y="1417650"/>
                  </a:lnTo>
                  <a:lnTo>
                    <a:pt x="2241575" y="1405623"/>
                  </a:lnTo>
                  <a:lnTo>
                    <a:pt x="2194776" y="1397533"/>
                  </a:lnTo>
                  <a:lnTo>
                    <a:pt x="2146516" y="1393571"/>
                  </a:lnTo>
                  <a:lnTo>
                    <a:pt x="2095855" y="1394040"/>
                  </a:lnTo>
                  <a:lnTo>
                    <a:pt x="2046706" y="1398917"/>
                  </a:lnTo>
                  <a:lnTo>
                    <a:pt x="1999195" y="1407998"/>
                  </a:lnTo>
                  <a:lnTo>
                    <a:pt x="1953501" y="1421066"/>
                  </a:lnTo>
                  <a:lnTo>
                    <a:pt x="1909775" y="1437906"/>
                  </a:lnTo>
                  <a:lnTo>
                    <a:pt x="1868170" y="1458302"/>
                  </a:lnTo>
                  <a:lnTo>
                    <a:pt x="1828838" y="1482039"/>
                  </a:lnTo>
                  <a:lnTo>
                    <a:pt x="1791931" y="1508899"/>
                  </a:lnTo>
                  <a:lnTo>
                    <a:pt x="1757603" y="1538668"/>
                  </a:lnTo>
                  <a:lnTo>
                    <a:pt x="1726018" y="1571142"/>
                  </a:lnTo>
                  <a:lnTo>
                    <a:pt x="1697329" y="1606092"/>
                  </a:lnTo>
                  <a:lnTo>
                    <a:pt x="1671701" y="1643303"/>
                  </a:lnTo>
                  <a:lnTo>
                    <a:pt x="1649272" y="1682572"/>
                  </a:lnTo>
                  <a:lnTo>
                    <a:pt x="1630197" y="1723669"/>
                  </a:lnTo>
                  <a:lnTo>
                    <a:pt x="1614639" y="1766379"/>
                  </a:lnTo>
                  <a:lnTo>
                    <a:pt x="1602765" y="1810499"/>
                  </a:lnTo>
                  <a:lnTo>
                    <a:pt x="1594700" y="1855800"/>
                  </a:lnTo>
                  <a:lnTo>
                    <a:pt x="1590636" y="1902079"/>
                  </a:lnTo>
                  <a:lnTo>
                    <a:pt x="1590548" y="1925066"/>
                  </a:lnTo>
                  <a:lnTo>
                    <a:pt x="1590446" y="1950224"/>
                  </a:lnTo>
                  <a:lnTo>
                    <a:pt x="1594345" y="1997227"/>
                  </a:lnTo>
                  <a:lnTo>
                    <a:pt x="1602181" y="2042934"/>
                  </a:lnTo>
                  <a:lnTo>
                    <a:pt x="1613750" y="2087181"/>
                  </a:lnTo>
                  <a:lnTo>
                    <a:pt x="1628914" y="2129815"/>
                  </a:lnTo>
                  <a:lnTo>
                    <a:pt x="1647494" y="2170646"/>
                  </a:lnTo>
                  <a:lnTo>
                    <a:pt x="1669326" y="2209533"/>
                  </a:lnTo>
                  <a:lnTo>
                    <a:pt x="1694243" y="2246287"/>
                  </a:lnTo>
                  <a:lnTo>
                    <a:pt x="1722056" y="2280767"/>
                  </a:lnTo>
                  <a:lnTo>
                    <a:pt x="1752625" y="2312797"/>
                  </a:lnTo>
                  <a:lnTo>
                    <a:pt x="1785772" y="2342223"/>
                  </a:lnTo>
                  <a:lnTo>
                    <a:pt x="1821332" y="2368867"/>
                  </a:lnTo>
                  <a:lnTo>
                    <a:pt x="1859127" y="2392565"/>
                  </a:lnTo>
                  <a:lnTo>
                    <a:pt x="1898992" y="2413165"/>
                  </a:lnTo>
                  <a:lnTo>
                    <a:pt x="1940763" y="2430488"/>
                  </a:lnTo>
                  <a:lnTo>
                    <a:pt x="1984667" y="2444470"/>
                  </a:lnTo>
                  <a:lnTo>
                    <a:pt x="2029345" y="2454681"/>
                  </a:lnTo>
                  <a:lnTo>
                    <a:pt x="2075815" y="2461209"/>
                  </a:lnTo>
                  <a:lnTo>
                    <a:pt x="2123529" y="2463800"/>
                  </a:lnTo>
                  <a:lnTo>
                    <a:pt x="2171928" y="2461450"/>
                  </a:lnTo>
                  <a:lnTo>
                    <a:pt x="2219134" y="2454948"/>
                  </a:lnTo>
                  <a:lnTo>
                    <a:pt x="2264968" y="2444470"/>
                  </a:lnTo>
                  <a:lnTo>
                    <a:pt x="2309228" y="2430208"/>
                  </a:lnTo>
                  <a:lnTo>
                    <a:pt x="2351735" y="2412339"/>
                  </a:lnTo>
                  <a:lnTo>
                    <a:pt x="2392311" y="2391041"/>
                  </a:lnTo>
                  <a:lnTo>
                    <a:pt x="2430754" y="2366505"/>
                  </a:lnTo>
                  <a:lnTo>
                    <a:pt x="2466886" y="2338895"/>
                  </a:lnTo>
                  <a:lnTo>
                    <a:pt x="2500528" y="2308428"/>
                  </a:lnTo>
                  <a:lnTo>
                    <a:pt x="2515628" y="2292223"/>
                  </a:lnTo>
                  <a:lnTo>
                    <a:pt x="2531465" y="2275243"/>
                  </a:lnTo>
                  <a:lnTo>
                    <a:pt x="2559545" y="2239568"/>
                  </a:lnTo>
                  <a:lnTo>
                    <a:pt x="2584564" y="2201545"/>
                  </a:lnTo>
                  <a:lnTo>
                    <a:pt x="2606332" y="2161387"/>
                  </a:lnTo>
                  <a:lnTo>
                    <a:pt x="2624671" y="2119249"/>
                  </a:lnTo>
                  <a:lnTo>
                    <a:pt x="2639390" y="2075345"/>
                  </a:lnTo>
                  <a:lnTo>
                    <a:pt x="2650299" y="2029828"/>
                  </a:lnTo>
                  <a:lnTo>
                    <a:pt x="2657221" y="1982889"/>
                  </a:lnTo>
                  <a:lnTo>
                    <a:pt x="2659977" y="1934718"/>
                  </a:lnTo>
                  <a:close/>
                </a:path>
                <a:path w="4315460" h="2463800">
                  <a:moveTo>
                    <a:pt x="3883622" y="1634248"/>
                  </a:moveTo>
                  <a:lnTo>
                    <a:pt x="3863848" y="1576793"/>
                  </a:lnTo>
                  <a:lnTo>
                    <a:pt x="3812375" y="1548384"/>
                  </a:lnTo>
                  <a:lnTo>
                    <a:pt x="3765219" y="1544408"/>
                  </a:lnTo>
                  <a:lnTo>
                    <a:pt x="3717937" y="1540878"/>
                  </a:lnTo>
                  <a:lnTo>
                    <a:pt x="3528784" y="1527810"/>
                  </a:lnTo>
                  <a:lnTo>
                    <a:pt x="3477818" y="1524381"/>
                  </a:lnTo>
                  <a:lnTo>
                    <a:pt x="3322282" y="1514475"/>
                  </a:lnTo>
                  <a:lnTo>
                    <a:pt x="3323552" y="1504823"/>
                  </a:lnTo>
                  <a:lnTo>
                    <a:pt x="3323552" y="1498854"/>
                  </a:lnTo>
                  <a:lnTo>
                    <a:pt x="3389985" y="1155369"/>
                  </a:lnTo>
                  <a:lnTo>
                    <a:pt x="3408007" y="1058672"/>
                  </a:lnTo>
                  <a:lnTo>
                    <a:pt x="3409797" y="1041831"/>
                  </a:lnTo>
                  <a:lnTo>
                    <a:pt x="3409543" y="1024407"/>
                  </a:lnTo>
                  <a:lnTo>
                    <a:pt x="3407016" y="1007186"/>
                  </a:lnTo>
                  <a:lnTo>
                    <a:pt x="3402038" y="990981"/>
                  </a:lnTo>
                  <a:lnTo>
                    <a:pt x="3387547" y="968540"/>
                  </a:lnTo>
                  <a:lnTo>
                    <a:pt x="3366706" y="953770"/>
                  </a:lnTo>
                  <a:lnTo>
                    <a:pt x="3340900" y="946734"/>
                  </a:lnTo>
                  <a:lnTo>
                    <a:pt x="3311487" y="947420"/>
                  </a:lnTo>
                  <a:lnTo>
                    <a:pt x="3267583" y="969962"/>
                  </a:lnTo>
                  <a:lnTo>
                    <a:pt x="3242653" y="1018794"/>
                  </a:lnTo>
                  <a:lnTo>
                    <a:pt x="3136481" y="1571371"/>
                  </a:lnTo>
                  <a:lnTo>
                    <a:pt x="3136430" y="1609775"/>
                  </a:lnTo>
                  <a:lnTo>
                    <a:pt x="3150781" y="1642732"/>
                  </a:lnTo>
                  <a:lnTo>
                    <a:pt x="3176676" y="1666621"/>
                  </a:lnTo>
                  <a:lnTo>
                    <a:pt x="3211284" y="1677797"/>
                  </a:lnTo>
                  <a:lnTo>
                    <a:pt x="3373082" y="1687449"/>
                  </a:lnTo>
                  <a:lnTo>
                    <a:pt x="3754513" y="1714207"/>
                  </a:lnTo>
                  <a:lnTo>
                    <a:pt x="3795484" y="1716405"/>
                  </a:lnTo>
                  <a:lnTo>
                    <a:pt x="3828783" y="1710575"/>
                  </a:lnTo>
                  <a:lnTo>
                    <a:pt x="3856317" y="1693037"/>
                  </a:lnTo>
                  <a:lnTo>
                    <a:pt x="3875455" y="1666659"/>
                  </a:lnTo>
                  <a:lnTo>
                    <a:pt x="3883622" y="1634248"/>
                  </a:lnTo>
                  <a:close/>
                </a:path>
                <a:path w="4315460" h="2463800">
                  <a:moveTo>
                    <a:pt x="4120375" y="762508"/>
                  </a:moveTo>
                  <a:lnTo>
                    <a:pt x="4114419" y="729119"/>
                  </a:lnTo>
                  <a:lnTo>
                    <a:pt x="4094315" y="699008"/>
                  </a:lnTo>
                  <a:lnTo>
                    <a:pt x="4067111" y="679983"/>
                  </a:lnTo>
                  <a:lnTo>
                    <a:pt x="4036885" y="673887"/>
                  </a:lnTo>
                  <a:lnTo>
                    <a:pt x="4004640" y="680961"/>
                  </a:lnTo>
                  <a:lnTo>
                    <a:pt x="3971379" y="701421"/>
                  </a:lnTo>
                  <a:lnTo>
                    <a:pt x="3488017" y="1087628"/>
                  </a:lnTo>
                  <a:lnTo>
                    <a:pt x="3459835" y="1131277"/>
                  </a:lnTo>
                  <a:lnTo>
                    <a:pt x="3456635" y="1157084"/>
                  </a:lnTo>
                  <a:lnTo>
                    <a:pt x="3461474" y="1183005"/>
                  </a:lnTo>
                  <a:lnTo>
                    <a:pt x="3473285" y="1206030"/>
                  </a:lnTo>
                  <a:lnTo>
                    <a:pt x="3491636" y="1224191"/>
                  </a:lnTo>
                  <a:lnTo>
                    <a:pt x="3515398" y="1237157"/>
                  </a:lnTo>
                  <a:lnTo>
                    <a:pt x="3543516" y="1244600"/>
                  </a:lnTo>
                  <a:lnTo>
                    <a:pt x="3571481" y="1232662"/>
                  </a:lnTo>
                  <a:lnTo>
                    <a:pt x="3639401" y="1185316"/>
                  </a:lnTo>
                  <a:lnTo>
                    <a:pt x="3680676" y="1152359"/>
                  </a:lnTo>
                  <a:lnTo>
                    <a:pt x="3803866" y="1052703"/>
                  </a:lnTo>
                  <a:lnTo>
                    <a:pt x="4089489" y="823341"/>
                  </a:lnTo>
                  <a:lnTo>
                    <a:pt x="4112095" y="795235"/>
                  </a:lnTo>
                  <a:lnTo>
                    <a:pt x="4120375" y="762508"/>
                  </a:lnTo>
                  <a:close/>
                </a:path>
                <a:path w="4315460" h="2463800">
                  <a:moveTo>
                    <a:pt x="4315269" y="1012240"/>
                  </a:moveTo>
                  <a:lnTo>
                    <a:pt x="4313402" y="980160"/>
                  </a:lnTo>
                  <a:lnTo>
                    <a:pt x="4298404" y="951103"/>
                  </a:lnTo>
                  <a:lnTo>
                    <a:pt x="4271454" y="927811"/>
                  </a:lnTo>
                  <a:lnTo>
                    <a:pt x="4239895" y="917879"/>
                  </a:lnTo>
                  <a:lnTo>
                    <a:pt x="4206798" y="921550"/>
                  </a:lnTo>
                  <a:lnTo>
                    <a:pt x="3970401" y="1102055"/>
                  </a:lnTo>
                  <a:lnTo>
                    <a:pt x="3684867" y="1331341"/>
                  </a:lnTo>
                  <a:lnTo>
                    <a:pt x="3653790" y="1377492"/>
                  </a:lnTo>
                  <a:lnTo>
                    <a:pt x="3651085" y="1396492"/>
                  </a:lnTo>
                  <a:lnTo>
                    <a:pt x="3654209" y="1421638"/>
                  </a:lnTo>
                  <a:lnTo>
                    <a:pt x="3678567" y="1460144"/>
                  </a:lnTo>
                  <a:lnTo>
                    <a:pt x="3722814" y="1482382"/>
                  </a:lnTo>
                  <a:lnTo>
                    <a:pt x="3745852" y="1483360"/>
                  </a:lnTo>
                  <a:lnTo>
                    <a:pt x="3767988" y="1477111"/>
                  </a:lnTo>
                  <a:lnTo>
                    <a:pt x="3788753" y="1464056"/>
                  </a:lnTo>
                  <a:lnTo>
                    <a:pt x="4281386" y="1070610"/>
                  </a:lnTo>
                  <a:lnTo>
                    <a:pt x="4304449" y="1043635"/>
                  </a:lnTo>
                  <a:lnTo>
                    <a:pt x="4315269" y="1012240"/>
                  </a:lnTo>
                  <a:close/>
                </a:path>
              </a:pathLst>
            </a:custGeom>
            <a:solidFill>
              <a:srgbClr val="6E6E77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21433" y="1422400"/>
            <a:ext cx="1688464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350">
              <a:lnSpc>
                <a:spcPts val="3665"/>
              </a:lnSpc>
            </a:pPr>
            <a:r>
              <a:rPr spc="-10"/>
              <a:t>CLIENT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704799" y="2723680"/>
            <a:ext cx="3920490" cy="3187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860" marR="5080" indent="-1270" algn="ctr">
              <a:lnSpc>
                <a:spcPct val="113900"/>
              </a:lnSpc>
              <a:spcBef>
                <a:spcPts val="90"/>
              </a:spcBef>
            </a:pPr>
            <a:r>
              <a:t>Our</a:t>
            </a:r>
            <a:r>
              <a:rPr spc="-10"/>
              <a:t> </a:t>
            </a:r>
            <a:r>
              <a:t>clients</a:t>
            </a:r>
            <a:r>
              <a:rPr spc="-20"/>
              <a:t> </a:t>
            </a:r>
            <a:r>
              <a:t>make</a:t>
            </a:r>
            <a:r>
              <a:rPr spc="-30"/>
              <a:t> </a:t>
            </a:r>
            <a:r>
              <a:t>high</a:t>
            </a:r>
            <a:r>
              <a:rPr spc="-15"/>
              <a:t> </a:t>
            </a:r>
            <a:r>
              <a:t>impact</a:t>
            </a:r>
            <a:r>
              <a:rPr spc="-20"/>
              <a:t> </a:t>
            </a:r>
            <a:r>
              <a:t>strategic</a:t>
            </a:r>
            <a:r>
              <a:rPr spc="-45"/>
              <a:t> </a:t>
            </a:r>
            <a:r>
              <a:rPr spc="-10"/>
              <a:t>business </a:t>
            </a:r>
            <a:r>
              <a:t>decisions</a:t>
            </a:r>
            <a:r>
              <a:rPr spc="-50"/>
              <a:t> </a:t>
            </a:r>
            <a:r>
              <a:t>based</a:t>
            </a:r>
            <a:r>
              <a:rPr spc="-40"/>
              <a:t> </a:t>
            </a:r>
            <a:r>
              <a:t>on</a:t>
            </a:r>
            <a:r>
              <a:rPr spc="-30"/>
              <a:t> </a:t>
            </a:r>
            <a:r>
              <a:t>the</a:t>
            </a:r>
            <a:r>
              <a:rPr spc="-30"/>
              <a:t> </a:t>
            </a:r>
            <a:r>
              <a:t>work</a:t>
            </a:r>
            <a:r>
              <a:rPr spc="-15"/>
              <a:t> </a:t>
            </a:r>
            <a:r>
              <a:t>we</a:t>
            </a:r>
            <a:r>
              <a:rPr spc="-10"/>
              <a:t> deliver.</a:t>
            </a:r>
            <a:r>
              <a:rPr spc="-45"/>
              <a:t> </a:t>
            </a:r>
            <a:r>
              <a:rPr spc="-20"/>
              <a:t>This </a:t>
            </a:r>
            <a:r>
              <a:t>drives</a:t>
            </a:r>
            <a:r>
              <a:rPr spc="-5"/>
              <a:t> </a:t>
            </a:r>
            <a:r>
              <a:t>the</a:t>
            </a:r>
            <a:r>
              <a:rPr spc="-40"/>
              <a:t> </a:t>
            </a:r>
            <a:r>
              <a:t>way</a:t>
            </a:r>
            <a:r>
              <a:rPr spc="5"/>
              <a:t> </a:t>
            </a:r>
            <a:r>
              <a:t>we think</a:t>
            </a:r>
            <a:r>
              <a:rPr spc="-30"/>
              <a:t> </a:t>
            </a:r>
            <a:r>
              <a:t>and</a:t>
            </a:r>
            <a:r>
              <a:rPr spc="-25"/>
              <a:t> </a:t>
            </a:r>
            <a:r>
              <a:t>act.</a:t>
            </a:r>
            <a:r>
              <a:rPr spc="-25"/>
              <a:t> </a:t>
            </a:r>
            <a:r>
              <a:t>Our</a:t>
            </a:r>
            <a:r>
              <a:rPr spc="-20"/>
              <a:t> </a:t>
            </a:r>
            <a:r>
              <a:t>leaders</a:t>
            </a:r>
            <a:r>
              <a:rPr spc="-25"/>
              <a:t> go </a:t>
            </a:r>
            <a:r>
              <a:t>the</a:t>
            </a:r>
            <a:r>
              <a:rPr spc="-20"/>
              <a:t> </a:t>
            </a:r>
            <a:r>
              <a:t>extra</a:t>
            </a:r>
            <a:r>
              <a:rPr spc="-20"/>
              <a:t> </a:t>
            </a:r>
            <a:r>
              <a:t>mile</a:t>
            </a:r>
            <a:r>
              <a:rPr spc="-5"/>
              <a:t> </a:t>
            </a:r>
            <a:r>
              <a:t>to</a:t>
            </a:r>
            <a:r>
              <a:rPr spc="-20"/>
              <a:t> </a:t>
            </a:r>
            <a:r>
              <a:t>understand</a:t>
            </a:r>
            <a:r>
              <a:rPr spc="-45"/>
              <a:t> </a:t>
            </a:r>
            <a:r>
              <a:t>clients'</a:t>
            </a:r>
            <a:r>
              <a:rPr spc="-50"/>
              <a:t> </a:t>
            </a:r>
            <a:r>
              <a:rPr spc="-10"/>
              <a:t>businesses </a:t>
            </a:r>
            <a:r>
              <a:t>and</a:t>
            </a:r>
            <a:r>
              <a:rPr spc="-20"/>
              <a:t> </a:t>
            </a:r>
            <a:r>
              <a:t>their</a:t>
            </a:r>
            <a:r>
              <a:rPr spc="-25"/>
              <a:t> </a:t>
            </a:r>
            <a:r>
              <a:t>needs.</a:t>
            </a:r>
            <a:r>
              <a:rPr spc="-65"/>
              <a:t> </a:t>
            </a:r>
            <a:r>
              <a:t>They</a:t>
            </a:r>
            <a:r>
              <a:rPr spc="-10"/>
              <a:t> </a:t>
            </a:r>
            <a:r>
              <a:t>are</a:t>
            </a:r>
            <a:r>
              <a:rPr spc="-20"/>
              <a:t> </a:t>
            </a:r>
            <a:r>
              <a:t>obsessed</a:t>
            </a:r>
            <a:r>
              <a:rPr spc="-40"/>
              <a:t> </a:t>
            </a:r>
            <a:r>
              <a:t>with </a:t>
            </a:r>
            <a:r>
              <a:rPr spc="-10"/>
              <a:t>quality, </a:t>
            </a:r>
            <a:r>
              <a:t>accuracy</a:t>
            </a:r>
            <a:r>
              <a:rPr spc="-25"/>
              <a:t> </a:t>
            </a:r>
            <a:r>
              <a:t>and</a:t>
            </a:r>
            <a:r>
              <a:rPr spc="-10"/>
              <a:t> comprehensiveness</a:t>
            </a:r>
            <a:r>
              <a:rPr spc="-20"/>
              <a:t> </a:t>
            </a:r>
            <a:r>
              <a:t>in</a:t>
            </a:r>
            <a:r>
              <a:rPr spc="10"/>
              <a:t> </a:t>
            </a:r>
            <a:r>
              <a:t>order</a:t>
            </a:r>
            <a:r>
              <a:rPr spc="-20"/>
              <a:t> </a:t>
            </a:r>
            <a:r>
              <a:rPr spc="-25"/>
              <a:t>to </a:t>
            </a:r>
            <a:r>
              <a:t>deliver</a:t>
            </a:r>
            <a:r>
              <a:rPr spc="-20"/>
              <a:t> </a:t>
            </a:r>
            <a:r>
              <a:t>reliable,</a:t>
            </a:r>
            <a:r>
              <a:rPr spc="-40"/>
              <a:t> </a:t>
            </a:r>
            <a:r>
              <a:t>high</a:t>
            </a:r>
            <a:r>
              <a:rPr spc="-30"/>
              <a:t> </a:t>
            </a:r>
            <a:r>
              <a:t>quality</a:t>
            </a:r>
            <a:r>
              <a:rPr spc="-50"/>
              <a:t> </a:t>
            </a:r>
            <a:r>
              <a:t>service</a:t>
            </a:r>
            <a:r>
              <a:rPr spc="-30"/>
              <a:t> </a:t>
            </a:r>
            <a:r>
              <a:t>to</a:t>
            </a:r>
            <a:r>
              <a:rPr spc="-15"/>
              <a:t> </a:t>
            </a:r>
            <a:r>
              <a:rPr spc="-10"/>
              <a:t>clients.</a:t>
            </a:r>
          </a:p>
          <a:p>
            <a:pPr marL="53340" marR="33655" algn="ctr">
              <a:lnSpc>
                <a:spcPct val="113599"/>
              </a:lnSpc>
              <a:spcBef>
                <a:spcPts val="15"/>
              </a:spcBef>
            </a:pPr>
            <a:r>
              <a:t>Leaders</a:t>
            </a:r>
            <a:r>
              <a:rPr spc="-50"/>
              <a:t> </a:t>
            </a:r>
            <a:r>
              <a:t>prioritize</a:t>
            </a:r>
            <a:r>
              <a:rPr spc="-40"/>
              <a:t> </a:t>
            </a:r>
            <a:r>
              <a:t>time</a:t>
            </a:r>
            <a:r>
              <a:rPr spc="-20"/>
              <a:t> </a:t>
            </a:r>
            <a:r>
              <a:t>and</a:t>
            </a:r>
            <a:r>
              <a:rPr spc="-15"/>
              <a:t> </a:t>
            </a:r>
            <a:r>
              <a:t>resources</a:t>
            </a:r>
            <a:r>
              <a:rPr spc="-40"/>
              <a:t> </a:t>
            </a:r>
            <a:r>
              <a:t>for</a:t>
            </a:r>
            <a:r>
              <a:rPr spc="-15"/>
              <a:t> </a:t>
            </a:r>
            <a:r>
              <a:rPr spc="-10"/>
              <a:t>clients </a:t>
            </a:r>
            <a:r>
              <a:t>over</a:t>
            </a:r>
            <a:r>
              <a:rPr spc="-30"/>
              <a:t> </a:t>
            </a:r>
            <a:r>
              <a:t>everything</a:t>
            </a:r>
            <a:r>
              <a:rPr spc="-30"/>
              <a:t> </a:t>
            </a:r>
            <a:r>
              <a:rPr spc="-10"/>
              <a:t>else.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51559" y="1914842"/>
            <a:ext cx="2827655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0795">
              <a:lnSpc>
                <a:spcPts val="3660"/>
              </a:lnSpc>
            </a:pPr>
            <a:r>
              <a:rPr sz="3200" spc="-10">
                <a:solidFill>
                  <a:srgbClr val="4A4A54"/>
                </a:solidFill>
                <a:latin typeface="Arial Black"/>
                <a:cs typeface="Arial Black"/>
              </a:rPr>
              <a:t>CENTRICITY</a:t>
            </a:r>
            <a:endParaRPr sz="3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88664EBC-1983-346D-0BEE-1F5E917039E2}"/>
              </a:ext>
            </a:extLst>
          </p:cNvPr>
          <p:cNvSpPr txBox="1">
            <a:spLocks/>
          </p:cNvSpPr>
          <p:nvPr/>
        </p:nvSpPr>
        <p:spPr>
          <a:xfrm>
            <a:off x="1712874" y="127000"/>
            <a:ext cx="1688464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6350">
              <a:lnSpc>
                <a:spcPts val="3665"/>
              </a:lnSpc>
            </a:pPr>
            <a:r>
              <a:rPr lang="en-IN" spc="-10"/>
              <a:t>CLIENT</a:t>
            </a: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A05F087E-B8C6-B6C0-C8D9-04BDD5007E5B}"/>
              </a:ext>
            </a:extLst>
          </p:cNvPr>
          <p:cNvSpPr txBox="1"/>
          <p:nvPr/>
        </p:nvSpPr>
        <p:spPr>
          <a:xfrm>
            <a:off x="1143000" y="701041"/>
            <a:ext cx="2827655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0795">
              <a:lnSpc>
                <a:spcPts val="3660"/>
              </a:lnSpc>
            </a:pPr>
            <a:r>
              <a:rPr sz="3200" spc="-10">
                <a:solidFill>
                  <a:srgbClr val="4A4A54"/>
                </a:solidFill>
                <a:latin typeface="Arial Black"/>
                <a:cs typeface="Arial Black"/>
              </a:rPr>
              <a:t>CENTRICITY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50638-9E92-7F34-B2B0-C96DA839450A}"/>
              </a:ext>
            </a:extLst>
          </p:cNvPr>
          <p:cNvSpPr txBox="1"/>
          <p:nvPr/>
        </p:nvSpPr>
        <p:spPr>
          <a:xfrm>
            <a:off x="2145862" y="120398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0F496E-7C8D-C0C7-4612-F40024BD5A1C}"/>
              </a:ext>
            </a:extLst>
          </p:cNvPr>
          <p:cNvSpPr txBox="1"/>
          <p:nvPr/>
        </p:nvSpPr>
        <p:spPr>
          <a:xfrm>
            <a:off x="381001" y="1737380"/>
            <a:ext cx="4495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Gaining client's confidence is important for sales revenue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went the extra mile to understand client's businesses and their needs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Clients are our biggest resource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prioritised time and resources for clients over everything else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3" name="Graphic 2" descr="Questions with solid fill">
            <a:extLst>
              <a:ext uri="{FF2B5EF4-FFF2-40B4-BE49-F238E27FC236}">
                <a16:creationId xmlns:a16="http://schemas.microsoft.com/office/drawing/2014/main" id="{0751E683-23DF-02D9-D09B-E1BE90B65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43400" y="789559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99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F2E78C37-C3F2-4D5E-295A-1BE8DBCB1763}"/>
              </a:ext>
            </a:extLst>
          </p:cNvPr>
          <p:cNvSpPr txBox="1">
            <a:spLocks/>
          </p:cNvSpPr>
          <p:nvPr/>
        </p:nvSpPr>
        <p:spPr>
          <a:xfrm>
            <a:off x="1712874" y="127000"/>
            <a:ext cx="1688464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6350">
              <a:lnSpc>
                <a:spcPts val="3665"/>
              </a:lnSpc>
            </a:pPr>
            <a:r>
              <a:rPr lang="en-IN" spc="-10"/>
              <a:t>CLIENT</a:t>
            </a: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CB77B467-4B28-6A74-3246-10DCF2F3F4EC}"/>
              </a:ext>
            </a:extLst>
          </p:cNvPr>
          <p:cNvSpPr txBox="1"/>
          <p:nvPr/>
        </p:nvSpPr>
        <p:spPr>
          <a:xfrm>
            <a:off x="1143000" y="701041"/>
            <a:ext cx="2827655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0795">
              <a:lnSpc>
                <a:spcPts val="3660"/>
              </a:lnSpc>
            </a:pPr>
            <a:r>
              <a:rPr sz="3200" spc="-10">
                <a:solidFill>
                  <a:srgbClr val="4A4A54"/>
                </a:solidFill>
                <a:latin typeface="Arial Black"/>
                <a:cs typeface="Arial Black"/>
              </a:rPr>
              <a:t>CENTRICITY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57938-4BFC-6E8B-1224-51668E77A7A8}"/>
              </a:ext>
            </a:extLst>
          </p:cNvPr>
          <p:cNvSpPr txBox="1"/>
          <p:nvPr/>
        </p:nvSpPr>
        <p:spPr>
          <a:xfrm>
            <a:off x="2145862" y="120398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B87A6-5692-A9D4-8C22-69163A8FC746}"/>
              </a:ext>
            </a:extLst>
          </p:cNvPr>
          <p:cNvSpPr txBox="1"/>
          <p:nvPr/>
        </p:nvSpPr>
        <p:spPr>
          <a:xfrm>
            <a:off x="381001" y="1737380"/>
            <a:ext cx="4495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Gaining client's confidence is important for sales revenue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rgbClr val="00B050"/>
                </a:solidFill>
                <a:effectLst/>
              </a:rPr>
              <a:t>I went the extra mile to understand client's businesses and their needs</a:t>
            </a:r>
            <a:endParaRPr lang="en-IN" sz="2400" b="0" i="0" u="none" strike="noStrike">
              <a:solidFill>
                <a:srgbClr val="00B050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Clients are our biggest resource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rgbClr val="00B050"/>
                </a:solidFill>
                <a:effectLst/>
              </a:rPr>
              <a:t>I prioritised time and resources for clients over everything else</a:t>
            </a:r>
            <a:endParaRPr lang="en-IN" sz="2400" b="0" i="0" u="none" strike="noStrike">
              <a:solidFill>
                <a:srgbClr val="00B050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5287CD09-1AD7-B1F1-855C-EE021AA83D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600" y="592912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1196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E44A75F3-17EB-3312-1847-8E3E166D37E2}"/>
              </a:ext>
            </a:extLst>
          </p:cNvPr>
          <p:cNvSpPr txBox="1">
            <a:spLocks/>
          </p:cNvSpPr>
          <p:nvPr/>
        </p:nvSpPr>
        <p:spPr>
          <a:xfrm>
            <a:off x="1712874" y="777558"/>
            <a:ext cx="1688464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6350">
              <a:lnSpc>
                <a:spcPts val="3665"/>
              </a:lnSpc>
            </a:pPr>
            <a:r>
              <a:rPr lang="en-IN" spc="-10"/>
              <a:t>CLIENT</a:t>
            </a: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1D27B9E3-FCD6-ED42-9114-0784968260F9}"/>
              </a:ext>
            </a:extLst>
          </p:cNvPr>
          <p:cNvSpPr txBox="1"/>
          <p:nvPr/>
        </p:nvSpPr>
        <p:spPr>
          <a:xfrm>
            <a:off x="1143000" y="1270000"/>
            <a:ext cx="2827655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0795">
              <a:lnSpc>
                <a:spcPts val="3660"/>
              </a:lnSpc>
            </a:pPr>
            <a:r>
              <a:rPr sz="3200" spc="-10">
                <a:solidFill>
                  <a:srgbClr val="4A4A54"/>
                </a:solidFill>
                <a:latin typeface="Arial Black"/>
                <a:cs typeface="Arial Black"/>
              </a:rPr>
              <a:t>CENTRICITY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D25D21-01C1-02A6-7565-BD5414A3CBC2}"/>
              </a:ext>
            </a:extLst>
          </p:cNvPr>
          <p:cNvSpPr txBox="1"/>
          <p:nvPr/>
        </p:nvSpPr>
        <p:spPr>
          <a:xfrm>
            <a:off x="457200" y="2717800"/>
            <a:ext cx="443240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Living the Leadership Principle</a:t>
            </a: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r>
              <a:rPr lang="en-US" sz="3600">
                <a:solidFill>
                  <a:schemeClr val="bg1"/>
                </a:solidFill>
              </a:rPr>
              <a:t>Experience sharing</a:t>
            </a:r>
          </a:p>
        </p:txBody>
      </p:sp>
    </p:spTree>
    <p:extLst>
      <p:ext uri="{BB962C8B-B14F-4D97-AF65-F5344CB8AC3E}">
        <p14:creationId xmlns:p14="http://schemas.microsoft.com/office/powerpoint/2010/main" val="2290318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DACF32-0B49-1823-7851-CF99633E31CD}"/>
              </a:ext>
            </a:extLst>
          </p:cNvPr>
          <p:cNvSpPr txBox="1"/>
          <p:nvPr/>
        </p:nvSpPr>
        <p:spPr>
          <a:xfrm>
            <a:off x="381000" y="1698685"/>
            <a:ext cx="4800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Sana, a research analyst, was preparing a report for a global retail client. Midway, she realized the initial scope missed key insights on local competitors, which were critical for the client’s market entry decision.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Though it meant extra work, she proactively expanded the analysis, validated data sources, and triple-checked every detail for accuracy.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Her deep understanding of the client’s business—and her insistence on quality—led to insights that directly shaped the client’s strategy. The client later called her work "decision-ready and indispensable."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2FC7A-1223-6EF9-1AB7-1A177FB2A417}"/>
              </a:ext>
            </a:extLst>
          </p:cNvPr>
          <p:cNvSpPr txBox="1"/>
          <p:nvPr/>
        </p:nvSpPr>
        <p:spPr>
          <a:xfrm>
            <a:off x="1975143" y="1113135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Situation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8F3F3E4B-D236-4EF5-92EB-CB4CE573F551}"/>
              </a:ext>
            </a:extLst>
          </p:cNvPr>
          <p:cNvSpPr txBox="1">
            <a:spLocks/>
          </p:cNvSpPr>
          <p:nvPr/>
        </p:nvSpPr>
        <p:spPr>
          <a:xfrm>
            <a:off x="1780819" y="132399"/>
            <a:ext cx="1688464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6350">
              <a:lnSpc>
                <a:spcPts val="3665"/>
              </a:lnSpc>
            </a:pPr>
            <a:r>
              <a:rPr lang="en-IN" spc="-10"/>
              <a:t>CLIENT</a:t>
            </a: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8B4E5069-5781-53E0-2A11-BA1C243EE938}"/>
              </a:ext>
            </a:extLst>
          </p:cNvPr>
          <p:cNvSpPr txBox="1"/>
          <p:nvPr/>
        </p:nvSpPr>
        <p:spPr>
          <a:xfrm>
            <a:off x="1210945" y="624841"/>
            <a:ext cx="2827655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0795">
              <a:lnSpc>
                <a:spcPts val="3660"/>
              </a:lnSpc>
            </a:pPr>
            <a:r>
              <a:rPr sz="3200" spc="-10">
                <a:solidFill>
                  <a:srgbClr val="4A4A54"/>
                </a:solidFill>
                <a:latin typeface="Arial Black"/>
                <a:cs typeface="Arial Black"/>
              </a:rPr>
              <a:t>CENTRICITY</a:t>
            </a:r>
            <a:endParaRPr sz="320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959086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BD9B6E-33F2-6B86-7281-B7F5E3ABA72E}"/>
              </a:ext>
            </a:extLst>
          </p:cNvPr>
          <p:cNvSpPr txBox="1"/>
          <p:nvPr/>
        </p:nvSpPr>
        <p:spPr>
          <a:xfrm>
            <a:off x="304800" y="1117600"/>
            <a:ext cx="4724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Was conscious that our clients made high impact strategic decisions based on the work we delivered, it drove the way he/she thought and acted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Went the extra mile to understand client's businesses and their needs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Was obsessed with quality, accuracy and comprehensiveness and delivered reliable, high-quality service to clients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Prioritized time and resources for clients over everything else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38975B-8517-A32E-3370-9805079A3137}"/>
              </a:ext>
            </a:extLst>
          </p:cNvPr>
          <p:cNvSpPr txBox="1"/>
          <p:nvPr/>
        </p:nvSpPr>
        <p:spPr>
          <a:xfrm>
            <a:off x="1746270" y="279400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Evidences</a:t>
            </a:r>
          </a:p>
        </p:txBody>
      </p:sp>
      <p:pic>
        <p:nvPicPr>
          <p:cNvPr id="2" name="Graphic 1" descr="Questions with solid fill">
            <a:extLst>
              <a:ext uri="{FF2B5EF4-FFF2-40B4-BE49-F238E27FC236}">
                <a16:creationId xmlns:a16="http://schemas.microsoft.com/office/drawing/2014/main" id="{3FD66788-BD35-D677-9117-CEA29A7805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4930" y="398165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5884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EBE47B-9B59-95A9-797C-783E9CED32CF}"/>
              </a:ext>
            </a:extLst>
          </p:cNvPr>
          <p:cNvSpPr txBox="1"/>
          <p:nvPr/>
        </p:nvSpPr>
        <p:spPr>
          <a:xfrm>
            <a:off x="304800" y="1117600"/>
            <a:ext cx="4724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Was conscious that our clients made high impact strategic decisions based on the work we delivered, it drove the way he/she thought and acted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Went the extra mile to understand client's businesses and their needs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Was obsessed with quality, accuracy and comprehensiveness and delivered reliable, high-quality service to clients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Prioritized time and resources for clients over everything else</a:t>
            </a: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BDCDFA0D-6089-B4C5-118D-D4D60987B1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2633" y="355600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354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425" y="0"/>
            <a:ext cx="228600" cy="352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5425" y="0"/>
            <a:ext cx="228600" cy="3524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5"/>
              </a:spcBef>
            </a:pP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17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876" y="2257932"/>
            <a:ext cx="5275580" cy="5271770"/>
          </a:xfrm>
          <a:custGeom>
            <a:avLst/>
            <a:gdLst/>
            <a:ahLst/>
            <a:cxnLst/>
            <a:rect l="l" t="t" r="r" b="b"/>
            <a:pathLst>
              <a:path w="5275580" h="5271770">
                <a:moveTo>
                  <a:pt x="1186738" y="5106860"/>
                </a:moveTo>
                <a:lnTo>
                  <a:pt x="1023264" y="5106860"/>
                </a:lnTo>
                <a:lnTo>
                  <a:pt x="1023264" y="5270347"/>
                </a:lnTo>
                <a:lnTo>
                  <a:pt x="1186738" y="5270347"/>
                </a:lnTo>
                <a:lnTo>
                  <a:pt x="1186738" y="5106860"/>
                </a:lnTo>
                <a:close/>
              </a:path>
              <a:path w="5275580" h="5271770">
                <a:moveTo>
                  <a:pt x="1524698" y="5106860"/>
                </a:moveTo>
                <a:lnTo>
                  <a:pt x="1364297" y="5106860"/>
                </a:lnTo>
                <a:lnTo>
                  <a:pt x="1364297" y="5267198"/>
                </a:lnTo>
                <a:lnTo>
                  <a:pt x="1524698" y="5267198"/>
                </a:lnTo>
                <a:lnTo>
                  <a:pt x="1524698" y="5106860"/>
                </a:lnTo>
                <a:close/>
              </a:path>
              <a:path w="5275580" h="5271770">
                <a:moveTo>
                  <a:pt x="1529270" y="2086737"/>
                </a:moveTo>
                <a:lnTo>
                  <a:pt x="1528787" y="2054733"/>
                </a:lnTo>
                <a:lnTo>
                  <a:pt x="1528699" y="2049411"/>
                </a:lnTo>
                <a:lnTo>
                  <a:pt x="1528584" y="2041410"/>
                </a:lnTo>
                <a:lnTo>
                  <a:pt x="1523669" y="1992553"/>
                </a:lnTo>
                <a:lnTo>
                  <a:pt x="1514792" y="1947811"/>
                </a:lnTo>
                <a:lnTo>
                  <a:pt x="1502067" y="1904923"/>
                </a:lnTo>
                <a:lnTo>
                  <a:pt x="1485658" y="1864106"/>
                </a:lnTo>
                <a:lnTo>
                  <a:pt x="1465707" y="1825561"/>
                </a:lnTo>
                <a:lnTo>
                  <a:pt x="1442377" y="1789506"/>
                </a:lnTo>
                <a:lnTo>
                  <a:pt x="1415834" y="1756143"/>
                </a:lnTo>
                <a:lnTo>
                  <a:pt x="1386230" y="1725688"/>
                </a:lnTo>
                <a:lnTo>
                  <a:pt x="1361376" y="1704822"/>
                </a:lnTo>
                <a:lnTo>
                  <a:pt x="1361376" y="2044065"/>
                </a:lnTo>
                <a:lnTo>
                  <a:pt x="1361376" y="2931795"/>
                </a:lnTo>
                <a:lnTo>
                  <a:pt x="1361059" y="2939046"/>
                </a:lnTo>
                <a:lnTo>
                  <a:pt x="1360957" y="2941472"/>
                </a:lnTo>
                <a:lnTo>
                  <a:pt x="1360093" y="2950464"/>
                </a:lnTo>
                <a:lnTo>
                  <a:pt x="1359154" y="2961386"/>
                </a:lnTo>
                <a:lnTo>
                  <a:pt x="1359115" y="2961805"/>
                </a:lnTo>
                <a:lnTo>
                  <a:pt x="1358785" y="2971800"/>
                </a:lnTo>
                <a:lnTo>
                  <a:pt x="1358709" y="2974467"/>
                </a:lnTo>
                <a:lnTo>
                  <a:pt x="1188237" y="2974467"/>
                </a:lnTo>
                <a:lnTo>
                  <a:pt x="1188237" y="2806446"/>
                </a:lnTo>
                <a:lnTo>
                  <a:pt x="1188237" y="2630551"/>
                </a:lnTo>
                <a:lnTo>
                  <a:pt x="1188237" y="2041410"/>
                </a:lnTo>
                <a:lnTo>
                  <a:pt x="1020394" y="2041410"/>
                </a:lnTo>
                <a:lnTo>
                  <a:pt x="1020394" y="2630551"/>
                </a:lnTo>
                <a:lnTo>
                  <a:pt x="1017727" y="2630551"/>
                </a:lnTo>
                <a:lnTo>
                  <a:pt x="1017727" y="2806446"/>
                </a:lnTo>
                <a:lnTo>
                  <a:pt x="1017727" y="4080611"/>
                </a:lnTo>
                <a:lnTo>
                  <a:pt x="1015072" y="4080611"/>
                </a:lnTo>
                <a:lnTo>
                  <a:pt x="1015072" y="4253877"/>
                </a:lnTo>
                <a:lnTo>
                  <a:pt x="1015072" y="4421797"/>
                </a:lnTo>
                <a:lnTo>
                  <a:pt x="852551" y="4421797"/>
                </a:lnTo>
                <a:lnTo>
                  <a:pt x="852551" y="4253877"/>
                </a:lnTo>
                <a:lnTo>
                  <a:pt x="1015072" y="4253877"/>
                </a:lnTo>
                <a:lnTo>
                  <a:pt x="1015072" y="4080611"/>
                </a:lnTo>
                <a:lnTo>
                  <a:pt x="849884" y="4080611"/>
                </a:lnTo>
                <a:lnTo>
                  <a:pt x="849884" y="3235579"/>
                </a:lnTo>
                <a:lnTo>
                  <a:pt x="682040" y="3235579"/>
                </a:lnTo>
                <a:lnTo>
                  <a:pt x="682040" y="4080611"/>
                </a:lnTo>
                <a:lnTo>
                  <a:pt x="674052" y="4080611"/>
                </a:lnTo>
                <a:lnTo>
                  <a:pt x="674052" y="4253877"/>
                </a:lnTo>
                <a:lnTo>
                  <a:pt x="674052" y="4421797"/>
                </a:lnTo>
                <a:lnTo>
                  <a:pt x="511530" y="4421797"/>
                </a:lnTo>
                <a:lnTo>
                  <a:pt x="511530" y="4253877"/>
                </a:lnTo>
                <a:lnTo>
                  <a:pt x="674052" y="4253877"/>
                </a:lnTo>
                <a:lnTo>
                  <a:pt x="674052" y="4080611"/>
                </a:lnTo>
                <a:lnTo>
                  <a:pt x="508863" y="4080611"/>
                </a:lnTo>
                <a:lnTo>
                  <a:pt x="508863" y="2971800"/>
                </a:lnTo>
                <a:lnTo>
                  <a:pt x="508863" y="2806446"/>
                </a:lnTo>
                <a:lnTo>
                  <a:pt x="1017727" y="2806446"/>
                </a:lnTo>
                <a:lnTo>
                  <a:pt x="1017727" y="2630551"/>
                </a:lnTo>
                <a:lnTo>
                  <a:pt x="508863" y="2630551"/>
                </a:lnTo>
                <a:lnTo>
                  <a:pt x="508863" y="2041410"/>
                </a:lnTo>
                <a:lnTo>
                  <a:pt x="341020" y="2041410"/>
                </a:lnTo>
                <a:lnTo>
                  <a:pt x="341020" y="2971800"/>
                </a:lnTo>
                <a:lnTo>
                  <a:pt x="170510" y="2971800"/>
                </a:lnTo>
                <a:lnTo>
                  <a:pt x="169037" y="2961805"/>
                </a:lnTo>
                <a:lnTo>
                  <a:pt x="168973" y="2961386"/>
                </a:lnTo>
                <a:lnTo>
                  <a:pt x="168224" y="2951137"/>
                </a:lnTo>
                <a:lnTo>
                  <a:pt x="167411" y="2877388"/>
                </a:lnTo>
                <a:lnTo>
                  <a:pt x="167017" y="2825635"/>
                </a:lnTo>
                <a:lnTo>
                  <a:pt x="166408" y="2722143"/>
                </a:lnTo>
                <a:lnTo>
                  <a:pt x="166255" y="2686875"/>
                </a:lnTo>
                <a:lnTo>
                  <a:pt x="166281" y="2286355"/>
                </a:lnTo>
                <a:lnTo>
                  <a:pt x="166687" y="2204656"/>
                </a:lnTo>
                <a:lnTo>
                  <a:pt x="167017" y="2152904"/>
                </a:lnTo>
                <a:lnTo>
                  <a:pt x="167411" y="2101151"/>
                </a:lnTo>
                <a:lnTo>
                  <a:pt x="167805" y="2054733"/>
                </a:lnTo>
                <a:lnTo>
                  <a:pt x="171729" y="1998853"/>
                </a:lnTo>
                <a:lnTo>
                  <a:pt x="183057" y="1952371"/>
                </a:lnTo>
                <a:lnTo>
                  <a:pt x="201396" y="1910448"/>
                </a:lnTo>
                <a:lnTo>
                  <a:pt x="226326" y="1873592"/>
                </a:lnTo>
                <a:lnTo>
                  <a:pt x="257390" y="1842312"/>
                </a:lnTo>
                <a:lnTo>
                  <a:pt x="294157" y="1817103"/>
                </a:lnTo>
                <a:lnTo>
                  <a:pt x="336181" y="1798472"/>
                </a:lnTo>
                <a:lnTo>
                  <a:pt x="383032" y="1786915"/>
                </a:lnTo>
                <a:lnTo>
                  <a:pt x="434276" y="1782953"/>
                </a:lnTo>
                <a:lnTo>
                  <a:pt x="962952" y="1781962"/>
                </a:lnTo>
                <a:lnTo>
                  <a:pt x="1097661" y="1782953"/>
                </a:lnTo>
                <a:lnTo>
                  <a:pt x="1146632" y="1786915"/>
                </a:lnTo>
                <a:lnTo>
                  <a:pt x="1191983" y="1798472"/>
                </a:lnTo>
                <a:lnTo>
                  <a:pt x="1232916" y="1816900"/>
                </a:lnTo>
                <a:lnTo>
                  <a:pt x="1269225" y="1841842"/>
                </a:lnTo>
                <a:lnTo>
                  <a:pt x="1300289" y="1872678"/>
                </a:lnTo>
                <a:lnTo>
                  <a:pt x="1325549" y="1908873"/>
                </a:lnTo>
                <a:lnTo>
                  <a:pt x="1344510" y="1949856"/>
                </a:lnTo>
                <a:lnTo>
                  <a:pt x="1356626" y="1995106"/>
                </a:lnTo>
                <a:lnTo>
                  <a:pt x="1361376" y="2044065"/>
                </a:lnTo>
                <a:lnTo>
                  <a:pt x="1361376" y="1704822"/>
                </a:lnTo>
                <a:lnTo>
                  <a:pt x="1318425" y="1674380"/>
                </a:lnTo>
                <a:lnTo>
                  <a:pt x="1280553" y="1653921"/>
                </a:lnTo>
                <a:lnTo>
                  <a:pt x="1240243" y="1637233"/>
                </a:lnTo>
                <a:lnTo>
                  <a:pt x="1197635" y="1624507"/>
                </a:lnTo>
                <a:lnTo>
                  <a:pt x="1152906" y="1615973"/>
                </a:lnTo>
                <a:lnTo>
                  <a:pt x="1106208" y="1611820"/>
                </a:lnTo>
                <a:lnTo>
                  <a:pt x="1057694" y="1612265"/>
                </a:lnTo>
                <a:lnTo>
                  <a:pt x="1003274" y="1614932"/>
                </a:lnTo>
                <a:lnTo>
                  <a:pt x="948118" y="1615605"/>
                </a:lnTo>
                <a:lnTo>
                  <a:pt x="836561" y="1614932"/>
                </a:lnTo>
                <a:lnTo>
                  <a:pt x="889977" y="1594827"/>
                </a:lnTo>
                <a:lnTo>
                  <a:pt x="939469" y="1571472"/>
                </a:lnTo>
                <a:lnTo>
                  <a:pt x="984910" y="1545031"/>
                </a:lnTo>
                <a:lnTo>
                  <a:pt x="1026160" y="1515694"/>
                </a:lnTo>
                <a:lnTo>
                  <a:pt x="1063053" y="1483601"/>
                </a:lnTo>
                <a:lnTo>
                  <a:pt x="1095489" y="1448943"/>
                </a:lnTo>
                <a:lnTo>
                  <a:pt x="1098918" y="1444371"/>
                </a:lnTo>
                <a:lnTo>
                  <a:pt x="1123302" y="1411884"/>
                </a:lnTo>
                <a:lnTo>
                  <a:pt x="1146365" y="1372590"/>
                </a:lnTo>
                <a:lnTo>
                  <a:pt x="1164539" y="1331226"/>
                </a:lnTo>
                <a:lnTo>
                  <a:pt x="1177683" y="1287970"/>
                </a:lnTo>
                <a:lnTo>
                  <a:pt x="1185672" y="1242974"/>
                </a:lnTo>
                <a:lnTo>
                  <a:pt x="1188339" y="1196416"/>
                </a:lnTo>
                <a:lnTo>
                  <a:pt x="1185583" y="1148461"/>
                </a:lnTo>
                <a:lnTo>
                  <a:pt x="1177620" y="1100823"/>
                </a:lnTo>
                <a:lnTo>
                  <a:pt x="1164996" y="1055230"/>
                </a:lnTo>
                <a:lnTo>
                  <a:pt x="1147953" y="1011961"/>
                </a:lnTo>
                <a:lnTo>
                  <a:pt x="1126731" y="971283"/>
                </a:lnTo>
                <a:lnTo>
                  <a:pt x="1101585" y="933450"/>
                </a:lnTo>
                <a:lnTo>
                  <a:pt x="1072743" y="898728"/>
                </a:lnTo>
                <a:lnTo>
                  <a:pt x="1040472" y="867371"/>
                </a:lnTo>
                <a:lnTo>
                  <a:pt x="1020394" y="851674"/>
                </a:lnTo>
                <a:lnTo>
                  <a:pt x="1020394" y="1188466"/>
                </a:lnTo>
                <a:lnTo>
                  <a:pt x="1016177" y="1234440"/>
                </a:lnTo>
                <a:lnTo>
                  <a:pt x="1004049" y="1277721"/>
                </a:lnTo>
                <a:lnTo>
                  <a:pt x="984770" y="1317586"/>
                </a:lnTo>
                <a:lnTo>
                  <a:pt x="959104" y="1353299"/>
                </a:lnTo>
                <a:lnTo>
                  <a:pt x="927836" y="1384160"/>
                </a:lnTo>
                <a:lnTo>
                  <a:pt x="891717" y="1409420"/>
                </a:lnTo>
                <a:lnTo>
                  <a:pt x="851522" y="1428356"/>
                </a:lnTo>
                <a:lnTo>
                  <a:pt x="808024" y="1440256"/>
                </a:lnTo>
                <a:lnTo>
                  <a:pt x="761974" y="1444371"/>
                </a:lnTo>
                <a:lnTo>
                  <a:pt x="716711" y="1439468"/>
                </a:lnTo>
                <a:lnTo>
                  <a:pt x="673811" y="1427010"/>
                </a:lnTo>
                <a:lnTo>
                  <a:pt x="634085" y="1407769"/>
                </a:lnTo>
                <a:lnTo>
                  <a:pt x="598297" y="1382458"/>
                </a:lnTo>
                <a:lnTo>
                  <a:pt x="567245" y="1351838"/>
                </a:lnTo>
                <a:lnTo>
                  <a:pt x="541731" y="1316647"/>
                </a:lnTo>
                <a:lnTo>
                  <a:pt x="522554" y="1277721"/>
                </a:lnTo>
                <a:lnTo>
                  <a:pt x="510413" y="1235557"/>
                </a:lnTo>
                <a:lnTo>
                  <a:pt x="506209" y="1191133"/>
                </a:lnTo>
                <a:lnTo>
                  <a:pt x="510387" y="1143203"/>
                </a:lnTo>
                <a:lnTo>
                  <a:pt x="522605" y="1097686"/>
                </a:lnTo>
                <a:lnTo>
                  <a:pt x="542023" y="1056500"/>
                </a:lnTo>
                <a:lnTo>
                  <a:pt x="567944" y="1019911"/>
                </a:lnTo>
                <a:lnTo>
                  <a:pt x="599668" y="988618"/>
                </a:lnTo>
                <a:lnTo>
                  <a:pt x="636447" y="963282"/>
                </a:lnTo>
                <a:lnTo>
                  <a:pt x="677570" y="944600"/>
                </a:lnTo>
                <a:lnTo>
                  <a:pt x="722312" y="933246"/>
                </a:lnTo>
                <a:lnTo>
                  <a:pt x="769962" y="929894"/>
                </a:lnTo>
                <a:lnTo>
                  <a:pt x="815035" y="934910"/>
                </a:lnTo>
                <a:lnTo>
                  <a:pt x="857427" y="947648"/>
                </a:lnTo>
                <a:lnTo>
                  <a:pt x="896454" y="967333"/>
                </a:lnTo>
                <a:lnTo>
                  <a:pt x="931392" y="993203"/>
                </a:lnTo>
                <a:lnTo>
                  <a:pt x="961567" y="1024509"/>
                </a:lnTo>
                <a:lnTo>
                  <a:pt x="986243" y="1060450"/>
                </a:lnTo>
                <a:lnTo>
                  <a:pt x="1004747" y="1100264"/>
                </a:lnTo>
                <a:lnTo>
                  <a:pt x="1016254" y="1142796"/>
                </a:lnTo>
                <a:lnTo>
                  <a:pt x="1020394" y="1188466"/>
                </a:lnTo>
                <a:lnTo>
                  <a:pt x="1020394" y="851674"/>
                </a:lnTo>
                <a:lnTo>
                  <a:pt x="966622" y="815809"/>
                </a:lnTo>
                <a:lnTo>
                  <a:pt x="925537" y="796137"/>
                </a:lnTo>
                <a:lnTo>
                  <a:pt x="882002" y="780884"/>
                </a:lnTo>
                <a:lnTo>
                  <a:pt x="836282" y="770305"/>
                </a:lnTo>
                <a:lnTo>
                  <a:pt x="788606" y="764667"/>
                </a:lnTo>
                <a:lnTo>
                  <a:pt x="739000" y="764400"/>
                </a:lnTo>
                <a:lnTo>
                  <a:pt x="690384" y="770026"/>
                </a:lnTo>
                <a:lnTo>
                  <a:pt x="643191" y="781240"/>
                </a:lnTo>
                <a:lnTo>
                  <a:pt x="597865" y="797725"/>
                </a:lnTo>
                <a:lnTo>
                  <a:pt x="554824" y="819188"/>
                </a:lnTo>
                <a:lnTo>
                  <a:pt x="514527" y="845286"/>
                </a:lnTo>
                <a:lnTo>
                  <a:pt x="477380" y="875728"/>
                </a:lnTo>
                <a:lnTo>
                  <a:pt x="443839" y="910183"/>
                </a:lnTo>
                <a:lnTo>
                  <a:pt x="414324" y="948334"/>
                </a:lnTo>
                <a:lnTo>
                  <a:pt x="389280" y="989888"/>
                </a:lnTo>
                <a:lnTo>
                  <a:pt x="369138" y="1034529"/>
                </a:lnTo>
                <a:lnTo>
                  <a:pt x="354342" y="1081913"/>
                </a:lnTo>
                <a:lnTo>
                  <a:pt x="343725" y="1131824"/>
                </a:lnTo>
                <a:lnTo>
                  <a:pt x="339204" y="1180985"/>
                </a:lnTo>
                <a:lnTo>
                  <a:pt x="340702" y="1229321"/>
                </a:lnTo>
                <a:lnTo>
                  <a:pt x="348119" y="1276731"/>
                </a:lnTo>
                <a:lnTo>
                  <a:pt x="361365" y="1323098"/>
                </a:lnTo>
                <a:lnTo>
                  <a:pt x="380339" y="1368348"/>
                </a:lnTo>
                <a:lnTo>
                  <a:pt x="404964" y="1412367"/>
                </a:lnTo>
                <a:lnTo>
                  <a:pt x="435267" y="1454365"/>
                </a:lnTo>
                <a:lnTo>
                  <a:pt x="469036" y="1491361"/>
                </a:lnTo>
                <a:lnTo>
                  <a:pt x="506107" y="1523593"/>
                </a:lnTo>
                <a:lnTo>
                  <a:pt x="546354" y="1551292"/>
                </a:lnTo>
                <a:lnTo>
                  <a:pt x="589635" y="1574698"/>
                </a:lnTo>
                <a:lnTo>
                  <a:pt x="635787" y="1594065"/>
                </a:lnTo>
                <a:lnTo>
                  <a:pt x="684707" y="1609598"/>
                </a:lnTo>
                <a:lnTo>
                  <a:pt x="634238" y="1612265"/>
                </a:lnTo>
                <a:lnTo>
                  <a:pt x="633476" y="1612265"/>
                </a:lnTo>
                <a:lnTo>
                  <a:pt x="586701" y="1613789"/>
                </a:lnTo>
                <a:lnTo>
                  <a:pt x="538340" y="1614601"/>
                </a:lnTo>
                <a:lnTo>
                  <a:pt x="483362" y="1614932"/>
                </a:lnTo>
                <a:lnTo>
                  <a:pt x="442264" y="1614932"/>
                </a:lnTo>
                <a:lnTo>
                  <a:pt x="391604" y="1617319"/>
                </a:lnTo>
                <a:lnTo>
                  <a:pt x="343128" y="1624368"/>
                </a:lnTo>
                <a:lnTo>
                  <a:pt x="297027" y="1635861"/>
                </a:lnTo>
                <a:lnTo>
                  <a:pt x="253504" y="1651647"/>
                </a:lnTo>
                <a:lnTo>
                  <a:pt x="212737" y="1671523"/>
                </a:lnTo>
                <a:lnTo>
                  <a:pt x="174942" y="1695310"/>
                </a:lnTo>
                <a:lnTo>
                  <a:pt x="140296" y="1722831"/>
                </a:lnTo>
                <a:lnTo>
                  <a:pt x="109004" y="1753882"/>
                </a:lnTo>
                <a:lnTo>
                  <a:pt x="81241" y="1788287"/>
                </a:lnTo>
                <a:lnTo>
                  <a:pt x="57226" y="1825853"/>
                </a:lnTo>
                <a:lnTo>
                  <a:pt x="37147" y="1866404"/>
                </a:lnTo>
                <a:lnTo>
                  <a:pt x="21183" y="1909762"/>
                </a:lnTo>
                <a:lnTo>
                  <a:pt x="9537" y="1955723"/>
                </a:lnTo>
                <a:lnTo>
                  <a:pt x="2413" y="2004110"/>
                </a:lnTo>
                <a:lnTo>
                  <a:pt x="0" y="2054733"/>
                </a:lnTo>
                <a:lnTo>
                  <a:pt x="0" y="3145028"/>
                </a:lnTo>
                <a:lnTo>
                  <a:pt x="341020" y="3145028"/>
                </a:lnTo>
                <a:lnTo>
                  <a:pt x="341020" y="4589729"/>
                </a:lnTo>
                <a:lnTo>
                  <a:pt x="1188237" y="4589742"/>
                </a:lnTo>
                <a:lnTo>
                  <a:pt x="1188237" y="4421797"/>
                </a:lnTo>
                <a:lnTo>
                  <a:pt x="1188237" y="4253877"/>
                </a:lnTo>
                <a:lnTo>
                  <a:pt x="1188237" y="4080611"/>
                </a:lnTo>
                <a:lnTo>
                  <a:pt x="1188237" y="3142361"/>
                </a:lnTo>
                <a:lnTo>
                  <a:pt x="1526603" y="3142361"/>
                </a:lnTo>
                <a:lnTo>
                  <a:pt x="1526565" y="3091383"/>
                </a:lnTo>
                <a:lnTo>
                  <a:pt x="1526463" y="3040507"/>
                </a:lnTo>
                <a:lnTo>
                  <a:pt x="1526324" y="2989732"/>
                </a:lnTo>
                <a:lnTo>
                  <a:pt x="1526146" y="2939046"/>
                </a:lnTo>
                <a:lnTo>
                  <a:pt x="1525676" y="2825635"/>
                </a:lnTo>
                <a:lnTo>
                  <a:pt x="1525130" y="2686875"/>
                </a:lnTo>
                <a:lnTo>
                  <a:pt x="1525016" y="2436253"/>
                </a:lnTo>
                <a:lnTo>
                  <a:pt x="1525231" y="2386266"/>
                </a:lnTo>
                <a:lnTo>
                  <a:pt x="1525562" y="2336292"/>
                </a:lnTo>
                <a:lnTo>
                  <a:pt x="1526019" y="2286355"/>
                </a:lnTo>
                <a:lnTo>
                  <a:pt x="1526603" y="2236432"/>
                </a:lnTo>
                <a:lnTo>
                  <a:pt x="1527327" y="2186533"/>
                </a:lnTo>
                <a:lnTo>
                  <a:pt x="1528203" y="2136635"/>
                </a:lnTo>
                <a:lnTo>
                  <a:pt x="1529270" y="2086737"/>
                </a:lnTo>
                <a:close/>
              </a:path>
              <a:path w="5275580" h="5271770">
                <a:moveTo>
                  <a:pt x="1868868" y="5106860"/>
                </a:moveTo>
                <a:lnTo>
                  <a:pt x="1705419" y="5106860"/>
                </a:lnTo>
                <a:lnTo>
                  <a:pt x="1705419" y="5267198"/>
                </a:lnTo>
                <a:lnTo>
                  <a:pt x="1868868" y="5267198"/>
                </a:lnTo>
                <a:lnTo>
                  <a:pt x="1868868" y="5106860"/>
                </a:lnTo>
                <a:close/>
              </a:path>
              <a:path w="5275580" h="5271770">
                <a:moveTo>
                  <a:pt x="2870136" y="4779607"/>
                </a:moveTo>
                <a:lnTo>
                  <a:pt x="2825318" y="4741532"/>
                </a:lnTo>
                <a:lnTo>
                  <a:pt x="2804033" y="4724006"/>
                </a:lnTo>
                <a:lnTo>
                  <a:pt x="2782506" y="4707458"/>
                </a:lnTo>
                <a:lnTo>
                  <a:pt x="2750540" y="4675771"/>
                </a:lnTo>
                <a:lnTo>
                  <a:pt x="2729776" y="4640326"/>
                </a:lnTo>
                <a:lnTo>
                  <a:pt x="2719476" y="4600372"/>
                </a:lnTo>
                <a:lnTo>
                  <a:pt x="2718879" y="4555160"/>
                </a:lnTo>
                <a:lnTo>
                  <a:pt x="2721483" y="4501096"/>
                </a:lnTo>
                <a:lnTo>
                  <a:pt x="2722156" y="4447273"/>
                </a:lnTo>
                <a:lnTo>
                  <a:pt x="2721546" y="4341380"/>
                </a:lnTo>
                <a:lnTo>
                  <a:pt x="2554287" y="4341380"/>
                </a:lnTo>
                <a:lnTo>
                  <a:pt x="2554287" y="4686084"/>
                </a:lnTo>
                <a:lnTo>
                  <a:pt x="2554846" y="4696447"/>
                </a:lnTo>
                <a:lnTo>
                  <a:pt x="2601493" y="4760074"/>
                </a:lnTo>
                <a:lnTo>
                  <a:pt x="2636266" y="4796142"/>
                </a:lnTo>
                <a:lnTo>
                  <a:pt x="2706078" y="4867237"/>
                </a:lnTo>
                <a:lnTo>
                  <a:pt x="2740088" y="4902530"/>
                </a:lnTo>
                <a:lnTo>
                  <a:pt x="2772702" y="4872812"/>
                </a:lnTo>
                <a:lnTo>
                  <a:pt x="2804109" y="4843081"/>
                </a:lnTo>
                <a:lnTo>
                  <a:pt x="2870136" y="4779607"/>
                </a:lnTo>
                <a:close/>
              </a:path>
              <a:path w="5275580" h="5271770">
                <a:moveTo>
                  <a:pt x="2889567" y="673989"/>
                </a:moveTo>
                <a:lnTo>
                  <a:pt x="2885351" y="628904"/>
                </a:lnTo>
                <a:lnTo>
                  <a:pt x="2873959" y="588899"/>
                </a:lnTo>
                <a:lnTo>
                  <a:pt x="2854007" y="547103"/>
                </a:lnTo>
                <a:lnTo>
                  <a:pt x="2828455" y="511924"/>
                </a:lnTo>
                <a:lnTo>
                  <a:pt x="2797365" y="481584"/>
                </a:lnTo>
                <a:lnTo>
                  <a:pt x="2761551" y="456844"/>
                </a:lnTo>
                <a:lnTo>
                  <a:pt x="2724213" y="439610"/>
                </a:lnTo>
                <a:lnTo>
                  <a:pt x="2724213" y="679323"/>
                </a:lnTo>
                <a:lnTo>
                  <a:pt x="2715666" y="712787"/>
                </a:lnTo>
                <a:lnTo>
                  <a:pt x="2695867" y="739495"/>
                </a:lnTo>
                <a:lnTo>
                  <a:pt x="2667571" y="756729"/>
                </a:lnTo>
                <a:lnTo>
                  <a:pt x="2633535" y="761746"/>
                </a:lnTo>
                <a:lnTo>
                  <a:pt x="2601480" y="753745"/>
                </a:lnTo>
                <a:lnTo>
                  <a:pt x="2575191" y="735203"/>
                </a:lnTo>
                <a:lnTo>
                  <a:pt x="2557399" y="708672"/>
                </a:lnTo>
                <a:lnTo>
                  <a:pt x="2550858" y="676656"/>
                </a:lnTo>
                <a:lnTo>
                  <a:pt x="2557856" y="642747"/>
                </a:lnTo>
                <a:lnTo>
                  <a:pt x="2576855" y="614832"/>
                </a:lnTo>
                <a:lnTo>
                  <a:pt x="2604859" y="595884"/>
                </a:lnTo>
                <a:lnTo>
                  <a:pt x="2638869" y="588899"/>
                </a:lnTo>
                <a:lnTo>
                  <a:pt x="2672448" y="597420"/>
                </a:lnTo>
                <a:lnTo>
                  <a:pt x="2699537" y="617156"/>
                </a:lnTo>
                <a:lnTo>
                  <a:pt x="2717622" y="645375"/>
                </a:lnTo>
                <a:lnTo>
                  <a:pt x="2724213" y="679323"/>
                </a:lnTo>
                <a:lnTo>
                  <a:pt x="2724213" y="439610"/>
                </a:lnTo>
                <a:lnTo>
                  <a:pt x="2721775" y="438480"/>
                </a:lnTo>
                <a:lnTo>
                  <a:pt x="2678836" y="427253"/>
                </a:lnTo>
                <a:lnTo>
                  <a:pt x="2633535" y="423926"/>
                </a:lnTo>
                <a:lnTo>
                  <a:pt x="2588399" y="428142"/>
                </a:lnTo>
                <a:lnTo>
                  <a:pt x="2545956" y="440232"/>
                </a:lnTo>
                <a:lnTo>
                  <a:pt x="2506891" y="459409"/>
                </a:lnTo>
                <a:lnTo>
                  <a:pt x="2471915" y="484898"/>
                </a:lnTo>
                <a:lnTo>
                  <a:pt x="2441714" y="515912"/>
                </a:lnTo>
                <a:lnTo>
                  <a:pt x="2417013" y="551649"/>
                </a:lnTo>
                <a:lnTo>
                  <a:pt x="2398484" y="591324"/>
                </a:lnTo>
                <a:lnTo>
                  <a:pt x="2386863" y="634149"/>
                </a:lnTo>
                <a:lnTo>
                  <a:pt x="2382837" y="679323"/>
                </a:lnTo>
                <a:lnTo>
                  <a:pt x="2387041" y="724420"/>
                </a:lnTo>
                <a:lnTo>
                  <a:pt x="2399157" y="766965"/>
                </a:lnTo>
                <a:lnTo>
                  <a:pt x="2418384" y="806221"/>
                </a:lnTo>
                <a:lnTo>
                  <a:pt x="2443937" y="841400"/>
                </a:lnTo>
                <a:lnTo>
                  <a:pt x="2475026" y="871740"/>
                </a:lnTo>
                <a:lnTo>
                  <a:pt x="2510840" y="896480"/>
                </a:lnTo>
                <a:lnTo>
                  <a:pt x="2550617" y="914844"/>
                </a:lnTo>
                <a:lnTo>
                  <a:pt x="2593556" y="926071"/>
                </a:lnTo>
                <a:lnTo>
                  <a:pt x="2638869" y="929386"/>
                </a:lnTo>
                <a:lnTo>
                  <a:pt x="2684068" y="925195"/>
                </a:lnTo>
                <a:lnTo>
                  <a:pt x="2726740" y="913117"/>
                </a:lnTo>
                <a:lnTo>
                  <a:pt x="2766085" y="893940"/>
                </a:lnTo>
                <a:lnTo>
                  <a:pt x="2801353" y="868464"/>
                </a:lnTo>
                <a:lnTo>
                  <a:pt x="2831769" y="837463"/>
                </a:lnTo>
                <a:lnTo>
                  <a:pt x="2856573" y="801738"/>
                </a:lnTo>
                <a:lnTo>
                  <a:pt x="2874975" y="762050"/>
                </a:lnTo>
                <a:lnTo>
                  <a:pt x="2886227" y="719213"/>
                </a:lnTo>
                <a:lnTo>
                  <a:pt x="2889567" y="673989"/>
                </a:lnTo>
                <a:close/>
              </a:path>
              <a:path w="5275580" h="5271770">
                <a:moveTo>
                  <a:pt x="3570909" y="2501912"/>
                </a:moveTo>
                <a:lnTo>
                  <a:pt x="3570871" y="2451112"/>
                </a:lnTo>
                <a:lnTo>
                  <a:pt x="3568509" y="2400312"/>
                </a:lnTo>
                <a:lnTo>
                  <a:pt x="3563810" y="2349512"/>
                </a:lnTo>
                <a:lnTo>
                  <a:pt x="3557155" y="2311412"/>
                </a:lnTo>
                <a:lnTo>
                  <a:pt x="3548253" y="2260612"/>
                </a:lnTo>
                <a:lnTo>
                  <a:pt x="3537140" y="2209812"/>
                </a:lnTo>
                <a:lnTo>
                  <a:pt x="3523894" y="2171712"/>
                </a:lnTo>
                <a:lnTo>
                  <a:pt x="3508591" y="2133612"/>
                </a:lnTo>
                <a:lnTo>
                  <a:pt x="3491280" y="2082812"/>
                </a:lnTo>
                <a:lnTo>
                  <a:pt x="3472053" y="2044712"/>
                </a:lnTo>
                <a:lnTo>
                  <a:pt x="3450958" y="2006612"/>
                </a:lnTo>
                <a:lnTo>
                  <a:pt x="3428073" y="1968500"/>
                </a:lnTo>
                <a:lnTo>
                  <a:pt x="3404070" y="1931352"/>
                </a:lnTo>
                <a:lnTo>
                  <a:pt x="3404070" y="2476512"/>
                </a:lnTo>
                <a:lnTo>
                  <a:pt x="3403511" y="2514612"/>
                </a:lnTo>
                <a:lnTo>
                  <a:pt x="3399967" y="2565412"/>
                </a:lnTo>
                <a:lnTo>
                  <a:pt x="3393465" y="2616212"/>
                </a:lnTo>
                <a:lnTo>
                  <a:pt x="3383991" y="2654312"/>
                </a:lnTo>
                <a:lnTo>
                  <a:pt x="3371558" y="2705112"/>
                </a:lnTo>
                <a:lnTo>
                  <a:pt x="3356152" y="2743212"/>
                </a:lnTo>
                <a:lnTo>
                  <a:pt x="3337801" y="2794012"/>
                </a:lnTo>
                <a:lnTo>
                  <a:pt x="3316490" y="2832112"/>
                </a:lnTo>
                <a:lnTo>
                  <a:pt x="3292233" y="2870212"/>
                </a:lnTo>
                <a:lnTo>
                  <a:pt x="3265030" y="2908312"/>
                </a:lnTo>
                <a:lnTo>
                  <a:pt x="3234880" y="2946412"/>
                </a:lnTo>
                <a:lnTo>
                  <a:pt x="3201797" y="2984512"/>
                </a:lnTo>
                <a:lnTo>
                  <a:pt x="3165767" y="3022612"/>
                </a:lnTo>
                <a:lnTo>
                  <a:pt x="3126803" y="3060712"/>
                </a:lnTo>
                <a:lnTo>
                  <a:pt x="3096171" y="3086112"/>
                </a:lnTo>
                <a:lnTo>
                  <a:pt x="3073793" y="3124212"/>
                </a:lnTo>
                <a:lnTo>
                  <a:pt x="3061919" y="3149612"/>
                </a:lnTo>
                <a:lnTo>
                  <a:pt x="3062795" y="3200412"/>
                </a:lnTo>
                <a:lnTo>
                  <a:pt x="3063913" y="3200412"/>
                </a:lnTo>
                <a:lnTo>
                  <a:pt x="3063786" y="3213112"/>
                </a:lnTo>
                <a:lnTo>
                  <a:pt x="3063163" y="3225812"/>
                </a:lnTo>
                <a:lnTo>
                  <a:pt x="3062795" y="3238512"/>
                </a:lnTo>
                <a:lnTo>
                  <a:pt x="3060128" y="3238512"/>
                </a:lnTo>
                <a:lnTo>
                  <a:pt x="3060128" y="3416312"/>
                </a:lnTo>
                <a:lnTo>
                  <a:pt x="3060128" y="3657612"/>
                </a:lnTo>
                <a:lnTo>
                  <a:pt x="2212784" y="3657612"/>
                </a:lnTo>
                <a:lnTo>
                  <a:pt x="2212784" y="3416312"/>
                </a:lnTo>
                <a:lnTo>
                  <a:pt x="3060128" y="3416312"/>
                </a:lnTo>
                <a:lnTo>
                  <a:pt x="3060128" y="3238512"/>
                </a:lnTo>
                <a:lnTo>
                  <a:pt x="2721800" y="3238512"/>
                </a:lnTo>
                <a:lnTo>
                  <a:pt x="2721864" y="2743212"/>
                </a:lnTo>
                <a:lnTo>
                  <a:pt x="2738183" y="2705112"/>
                </a:lnTo>
                <a:lnTo>
                  <a:pt x="2799372" y="2667012"/>
                </a:lnTo>
                <a:lnTo>
                  <a:pt x="2834513" y="2628912"/>
                </a:lnTo>
                <a:lnTo>
                  <a:pt x="2861399" y="2590812"/>
                </a:lnTo>
                <a:lnTo>
                  <a:pt x="2875076" y="2552712"/>
                </a:lnTo>
                <a:lnTo>
                  <a:pt x="2879648" y="2540012"/>
                </a:lnTo>
                <a:lnTo>
                  <a:pt x="2888881" y="2501912"/>
                </a:lnTo>
                <a:lnTo>
                  <a:pt x="2888754" y="2451112"/>
                </a:lnTo>
                <a:lnTo>
                  <a:pt x="2878899" y="2400312"/>
                </a:lnTo>
                <a:lnTo>
                  <a:pt x="2874340" y="2387612"/>
                </a:lnTo>
                <a:lnTo>
                  <a:pt x="2860687" y="2349512"/>
                </a:lnTo>
                <a:lnTo>
                  <a:pt x="2834221" y="2311412"/>
                </a:lnTo>
                <a:lnTo>
                  <a:pt x="2800705" y="2273312"/>
                </a:lnTo>
                <a:lnTo>
                  <a:pt x="2761348" y="2247912"/>
                </a:lnTo>
                <a:lnTo>
                  <a:pt x="2724467" y="2237270"/>
                </a:lnTo>
                <a:lnTo>
                  <a:pt x="2724467" y="2463812"/>
                </a:lnTo>
                <a:lnTo>
                  <a:pt x="2717457" y="2501912"/>
                </a:lnTo>
                <a:lnTo>
                  <a:pt x="2698458" y="2527312"/>
                </a:lnTo>
                <a:lnTo>
                  <a:pt x="2670454" y="2552712"/>
                </a:lnTo>
                <a:lnTo>
                  <a:pt x="2604008" y="2552712"/>
                </a:lnTo>
                <a:lnTo>
                  <a:pt x="2576842" y="2527312"/>
                </a:lnTo>
                <a:lnTo>
                  <a:pt x="2558173" y="2501912"/>
                </a:lnTo>
                <a:lnTo>
                  <a:pt x="2551239" y="2476512"/>
                </a:lnTo>
                <a:lnTo>
                  <a:pt x="2556675" y="2438412"/>
                </a:lnTo>
                <a:lnTo>
                  <a:pt x="2574836" y="2413012"/>
                </a:lnTo>
                <a:lnTo>
                  <a:pt x="2602509" y="2387612"/>
                </a:lnTo>
                <a:lnTo>
                  <a:pt x="2669324" y="2387612"/>
                </a:lnTo>
                <a:lnTo>
                  <a:pt x="2697454" y="2413012"/>
                </a:lnTo>
                <a:lnTo>
                  <a:pt x="2717088" y="2438412"/>
                </a:lnTo>
                <a:lnTo>
                  <a:pt x="2724467" y="2463812"/>
                </a:lnTo>
                <a:lnTo>
                  <a:pt x="2724467" y="2237270"/>
                </a:lnTo>
                <a:lnTo>
                  <a:pt x="2717368" y="2235212"/>
                </a:lnTo>
                <a:lnTo>
                  <a:pt x="2669997" y="2222512"/>
                </a:lnTo>
                <a:lnTo>
                  <a:pt x="2571673" y="2222512"/>
                </a:lnTo>
                <a:lnTo>
                  <a:pt x="2526436" y="2247912"/>
                </a:lnTo>
                <a:lnTo>
                  <a:pt x="2485682" y="2273312"/>
                </a:lnTo>
                <a:lnTo>
                  <a:pt x="2450325" y="2298712"/>
                </a:lnTo>
                <a:lnTo>
                  <a:pt x="2421305" y="2336812"/>
                </a:lnTo>
                <a:lnTo>
                  <a:pt x="2399563" y="2387612"/>
                </a:lnTo>
                <a:lnTo>
                  <a:pt x="2386012" y="2438412"/>
                </a:lnTo>
                <a:lnTo>
                  <a:pt x="2383459" y="2489212"/>
                </a:lnTo>
                <a:lnTo>
                  <a:pt x="2391435" y="2540012"/>
                </a:lnTo>
                <a:lnTo>
                  <a:pt x="2409329" y="2578112"/>
                </a:lnTo>
                <a:lnTo>
                  <a:pt x="2436545" y="2628912"/>
                </a:lnTo>
                <a:lnTo>
                  <a:pt x="2472486" y="2667012"/>
                </a:lnTo>
                <a:lnTo>
                  <a:pt x="2534767" y="2705112"/>
                </a:lnTo>
                <a:lnTo>
                  <a:pt x="2546235" y="2717812"/>
                </a:lnTo>
                <a:lnTo>
                  <a:pt x="2552192" y="2730512"/>
                </a:lnTo>
                <a:lnTo>
                  <a:pt x="2553906" y="2755912"/>
                </a:lnTo>
                <a:lnTo>
                  <a:pt x="2553246" y="2794012"/>
                </a:lnTo>
                <a:lnTo>
                  <a:pt x="2553258" y="3060712"/>
                </a:lnTo>
                <a:lnTo>
                  <a:pt x="2553576" y="3124212"/>
                </a:lnTo>
                <a:lnTo>
                  <a:pt x="2553690" y="3149612"/>
                </a:lnTo>
                <a:lnTo>
                  <a:pt x="2553779" y="3175012"/>
                </a:lnTo>
                <a:lnTo>
                  <a:pt x="2553906" y="3238512"/>
                </a:lnTo>
                <a:lnTo>
                  <a:pt x="2218118" y="3238512"/>
                </a:lnTo>
                <a:lnTo>
                  <a:pt x="2212784" y="3225812"/>
                </a:lnTo>
                <a:lnTo>
                  <a:pt x="2215083" y="3175012"/>
                </a:lnTo>
                <a:lnTo>
                  <a:pt x="2204339" y="3136912"/>
                </a:lnTo>
                <a:lnTo>
                  <a:pt x="2182850" y="3098812"/>
                </a:lnTo>
                <a:lnTo>
                  <a:pt x="2152929" y="3060712"/>
                </a:lnTo>
                <a:lnTo>
                  <a:pt x="2116899" y="3022612"/>
                </a:lnTo>
                <a:lnTo>
                  <a:pt x="2081072" y="2997212"/>
                </a:lnTo>
                <a:lnTo>
                  <a:pt x="2047938" y="2959112"/>
                </a:lnTo>
                <a:lnTo>
                  <a:pt x="2017534" y="2921012"/>
                </a:lnTo>
                <a:lnTo>
                  <a:pt x="1989874" y="2882912"/>
                </a:lnTo>
                <a:lnTo>
                  <a:pt x="1964982" y="2844812"/>
                </a:lnTo>
                <a:lnTo>
                  <a:pt x="1942871" y="2794012"/>
                </a:lnTo>
                <a:lnTo>
                  <a:pt x="1923567" y="2755912"/>
                </a:lnTo>
                <a:lnTo>
                  <a:pt x="1907095" y="2705112"/>
                </a:lnTo>
                <a:lnTo>
                  <a:pt x="1893481" y="2667012"/>
                </a:lnTo>
                <a:lnTo>
                  <a:pt x="1882736" y="2616212"/>
                </a:lnTo>
                <a:lnTo>
                  <a:pt x="1874888" y="2578112"/>
                </a:lnTo>
                <a:lnTo>
                  <a:pt x="1869973" y="2527312"/>
                </a:lnTo>
                <a:lnTo>
                  <a:pt x="1867992" y="2476512"/>
                </a:lnTo>
                <a:lnTo>
                  <a:pt x="1868970" y="2438412"/>
                </a:lnTo>
                <a:lnTo>
                  <a:pt x="1872932" y="2387612"/>
                </a:lnTo>
                <a:lnTo>
                  <a:pt x="1879904" y="2336812"/>
                </a:lnTo>
                <a:lnTo>
                  <a:pt x="1889912" y="2286012"/>
                </a:lnTo>
                <a:lnTo>
                  <a:pt x="1902968" y="2247912"/>
                </a:lnTo>
                <a:lnTo>
                  <a:pt x="1919097" y="2197112"/>
                </a:lnTo>
                <a:lnTo>
                  <a:pt x="1938337" y="2159012"/>
                </a:lnTo>
                <a:lnTo>
                  <a:pt x="1960473" y="2108212"/>
                </a:lnTo>
                <a:lnTo>
                  <a:pt x="1985225" y="2070112"/>
                </a:lnTo>
                <a:lnTo>
                  <a:pt x="2012467" y="2032012"/>
                </a:lnTo>
                <a:lnTo>
                  <a:pt x="2042045" y="1981212"/>
                </a:lnTo>
                <a:lnTo>
                  <a:pt x="2073808" y="1955800"/>
                </a:lnTo>
                <a:lnTo>
                  <a:pt x="2107641" y="1917700"/>
                </a:lnTo>
                <a:lnTo>
                  <a:pt x="2143404" y="1879600"/>
                </a:lnTo>
                <a:lnTo>
                  <a:pt x="2180933" y="1854200"/>
                </a:lnTo>
                <a:lnTo>
                  <a:pt x="2220099" y="1828800"/>
                </a:lnTo>
                <a:lnTo>
                  <a:pt x="2260765" y="1803400"/>
                </a:lnTo>
                <a:lnTo>
                  <a:pt x="2302802" y="1778000"/>
                </a:lnTo>
                <a:lnTo>
                  <a:pt x="2346045" y="1765300"/>
                </a:lnTo>
                <a:lnTo>
                  <a:pt x="2390368" y="1739900"/>
                </a:lnTo>
                <a:lnTo>
                  <a:pt x="2481707" y="1714500"/>
                </a:lnTo>
                <a:lnTo>
                  <a:pt x="2528430" y="1714500"/>
                </a:lnTo>
                <a:lnTo>
                  <a:pt x="2575674" y="1701800"/>
                </a:lnTo>
                <a:lnTo>
                  <a:pt x="2719133" y="1701800"/>
                </a:lnTo>
                <a:lnTo>
                  <a:pt x="2818409" y="1727200"/>
                </a:lnTo>
                <a:lnTo>
                  <a:pt x="2912707" y="1752600"/>
                </a:lnTo>
                <a:lnTo>
                  <a:pt x="2957728" y="1778000"/>
                </a:lnTo>
                <a:lnTo>
                  <a:pt x="3001187" y="1790700"/>
                </a:lnTo>
                <a:lnTo>
                  <a:pt x="3042996" y="1816100"/>
                </a:lnTo>
                <a:lnTo>
                  <a:pt x="3083026" y="1841500"/>
                </a:lnTo>
                <a:lnTo>
                  <a:pt x="3121190" y="1879600"/>
                </a:lnTo>
                <a:lnTo>
                  <a:pt x="3157385" y="1905000"/>
                </a:lnTo>
                <a:lnTo>
                  <a:pt x="3191497" y="1943100"/>
                </a:lnTo>
                <a:lnTo>
                  <a:pt x="3223437" y="1968500"/>
                </a:lnTo>
                <a:lnTo>
                  <a:pt x="3253079" y="2006612"/>
                </a:lnTo>
                <a:lnTo>
                  <a:pt x="3280346" y="2044712"/>
                </a:lnTo>
                <a:lnTo>
                  <a:pt x="3305111" y="2095512"/>
                </a:lnTo>
                <a:lnTo>
                  <a:pt x="3327285" y="2133612"/>
                </a:lnTo>
                <a:lnTo>
                  <a:pt x="3346754" y="2184412"/>
                </a:lnTo>
                <a:lnTo>
                  <a:pt x="3363417" y="2222512"/>
                </a:lnTo>
                <a:lnTo>
                  <a:pt x="3377171" y="2273312"/>
                </a:lnTo>
                <a:lnTo>
                  <a:pt x="3387915" y="2324112"/>
                </a:lnTo>
                <a:lnTo>
                  <a:pt x="3396284" y="2374912"/>
                </a:lnTo>
                <a:lnTo>
                  <a:pt x="3401669" y="2425712"/>
                </a:lnTo>
                <a:lnTo>
                  <a:pt x="3404070" y="2476512"/>
                </a:lnTo>
                <a:lnTo>
                  <a:pt x="3404070" y="1931352"/>
                </a:lnTo>
                <a:lnTo>
                  <a:pt x="3403460" y="1930400"/>
                </a:lnTo>
                <a:lnTo>
                  <a:pt x="3377196" y="1892300"/>
                </a:lnTo>
                <a:lnTo>
                  <a:pt x="3349333" y="1866900"/>
                </a:lnTo>
                <a:lnTo>
                  <a:pt x="3319957" y="1828800"/>
                </a:lnTo>
                <a:lnTo>
                  <a:pt x="3289122" y="1803400"/>
                </a:lnTo>
                <a:lnTo>
                  <a:pt x="3256902" y="1765300"/>
                </a:lnTo>
                <a:lnTo>
                  <a:pt x="3223361" y="1739900"/>
                </a:lnTo>
                <a:lnTo>
                  <a:pt x="3188576" y="1714500"/>
                </a:lnTo>
                <a:lnTo>
                  <a:pt x="3170593" y="1701800"/>
                </a:lnTo>
                <a:lnTo>
                  <a:pt x="3152610" y="1689100"/>
                </a:lnTo>
                <a:lnTo>
                  <a:pt x="3115526" y="1663700"/>
                </a:lnTo>
                <a:lnTo>
                  <a:pt x="3077400" y="1651000"/>
                </a:lnTo>
                <a:lnTo>
                  <a:pt x="3038284" y="1625600"/>
                </a:lnTo>
                <a:lnTo>
                  <a:pt x="2998266" y="1612900"/>
                </a:lnTo>
                <a:lnTo>
                  <a:pt x="2957411" y="1587500"/>
                </a:lnTo>
                <a:lnTo>
                  <a:pt x="2830436" y="1549400"/>
                </a:lnTo>
                <a:lnTo>
                  <a:pt x="2786888" y="1549400"/>
                </a:lnTo>
                <a:lnTo>
                  <a:pt x="2742831" y="1536700"/>
                </a:lnTo>
                <a:lnTo>
                  <a:pt x="2517356" y="1536700"/>
                </a:lnTo>
                <a:lnTo>
                  <a:pt x="2426017" y="1562100"/>
                </a:lnTo>
                <a:lnTo>
                  <a:pt x="2326576" y="1587500"/>
                </a:lnTo>
                <a:lnTo>
                  <a:pt x="2279383" y="1612900"/>
                </a:lnTo>
                <a:lnTo>
                  <a:pt x="2233917" y="1625600"/>
                </a:lnTo>
                <a:lnTo>
                  <a:pt x="2190165" y="1651000"/>
                </a:lnTo>
                <a:lnTo>
                  <a:pt x="2148154" y="1676400"/>
                </a:lnTo>
                <a:lnTo>
                  <a:pt x="2107895" y="1701800"/>
                </a:lnTo>
                <a:lnTo>
                  <a:pt x="2069401" y="1727200"/>
                </a:lnTo>
                <a:lnTo>
                  <a:pt x="2032685" y="1752600"/>
                </a:lnTo>
                <a:lnTo>
                  <a:pt x="1997760" y="1778000"/>
                </a:lnTo>
                <a:lnTo>
                  <a:pt x="1964639" y="1816100"/>
                </a:lnTo>
                <a:lnTo>
                  <a:pt x="1933333" y="1841500"/>
                </a:lnTo>
                <a:lnTo>
                  <a:pt x="1903869" y="1879600"/>
                </a:lnTo>
                <a:lnTo>
                  <a:pt x="1876247" y="1917700"/>
                </a:lnTo>
                <a:lnTo>
                  <a:pt x="1850491" y="1955800"/>
                </a:lnTo>
                <a:lnTo>
                  <a:pt x="1826602" y="2006612"/>
                </a:lnTo>
                <a:lnTo>
                  <a:pt x="1804606" y="2044712"/>
                </a:lnTo>
                <a:lnTo>
                  <a:pt x="1784515" y="2095512"/>
                </a:lnTo>
                <a:lnTo>
                  <a:pt x="1766328" y="2133612"/>
                </a:lnTo>
                <a:lnTo>
                  <a:pt x="1750072" y="2184412"/>
                </a:lnTo>
                <a:lnTo>
                  <a:pt x="1735772" y="2235212"/>
                </a:lnTo>
                <a:lnTo>
                  <a:pt x="1723771" y="2286012"/>
                </a:lnTo>
                <a:lnTo>
                  <a:pt x="1714398" y="2336812"/>
                </a:lnTo>
                <a:lnTo>
                  <a:pt x="1707642" y="2387612"/>
                </a:lnTo>
                <a:lnTo>
                  <a:pt x="1703476" y="2438412"/>
                </a:lnTo>
                <a:lnTo>
                  <a:pt x="1701888" y="2489212"/>
                </a:lnTo>
                <a:lnTo>
                  <a:pt x="1702866" y="2527312"/>
                </a:lnTo>
                <a:lnTo>
                  <a:pt x="1706384" y="2578112"/>
                </a:lnTo>
                <a:lnTo>
                  <a:pt x="1712429" y="2628912"/>
                </a:lnTo>
                <a:lnTo>
                  <a:pt x="1720977" y="2667012"/>
                </a:lnTo>
                <a:lnTo>
                  <a:pt x="1732013" y="2717812"/>
                </a:lnTo>
                <a:lnTo>
                  <a:pt x="1745526" y="2755912"/>
                </a:lnTo>
                <a:lnTo>
                  <a:pt x="1761502" y="2806712"/>
                </a:lnTo>
                <a:lnTo>
                  <a:pt x="1779917" y="2844812"/>
                </a:lnTo>
                <a:lnTo>
                  <a:pt x="1800758" y="2895612"/>
                </a:lnTo>
                <a:lnTo>
                  <a:pt x="1823999" y="2933712"/>
                </a:lnTo>
                <a:lnTo>
                  <a:pt x="1849628" y="2971812"/>
                </a:lnTo>
                <a:lnTo>
                  <a:pt x="1877631" y="3009912"/>
                </a:lnTo>
                <a:lnTo>
                  <a:pt x="1907984" y="3048012"/>
                </a:lnTo>
                <a:lnTo>
                  <a:pt x="1940674" y="3086112"/>
                </a:lnTo>
                <a:lnTo>
                  <a:pt x="1975688" y="3124212"/>
                </a:lnTo>
                <a:lnTo>
                  <a:pt x="2013013" y="3162312"/>
                </a:lnTo>
                <a:lnTo>
                  <a:pt x="2023770" y="3175012"/>
                </a:lnTo>
                <a:lnTo>
                  <a:pt x="2033562" y="3200412"/>
                </a:lnTo>
                <a:lnTo>
                  <a:pt x="2044382" y="3213112"/>
                </a:lnTo>
                <a:lnTo>
                  <a:pt x="2058225" y="3238512"/>
                </a:lnTo>
                <a:lnTo>
                  <a:pt x="1874329" y="3238512"/>
                </a:lnTo>
                <a:lnTo>
                  <a:pt x="1874329" y="3403612"/>
                </a:lnTo>
                <a:lnTo>
                  <a:pt x="2044890" y="3403612"/>
                </a:lnTo>
                <a:lnTo>
                  <a:pt x="2044890" y="3822700"/>
                </a:lnTo>
                <a:lnTo>
                  <a:pt x="3233356" y="3822700"/>
                </a:lnTo>
                <a:lnTo>
                  <a:pt x="3233356" y="3657612"/>
                </a:lnTo>
                <a:lnTo>
                  <a:pt x="3233356" y="3416312"/>
                </a:lnTo>
                <a:lnTo>
                  <a:pt x="3233356" y="3403612"/>
                </a:lnTo>
                <a:lnTo>
                  <a:pt x="3398583" y="3403612"/>
                </a:lnTo>
                <a:lnTo>
                  <a:pt x="3398583" y="3238512"/>
                </a:lnTo>
                <a:lnTo>
                  <a:pt x="3217354" y="3238512"/>
                </a:lnTo>
                <a:lnTo>
                  <a:pt x="3229635" y="3213112"/>
                </a:lnTo>
                <a:lnTo>
                  <a:pt x="3239681" y="3200412"/>
                </a:lnTo>
                <a:lnTo>
                  <a:pt x="3249231" y="3175012"/>
                </a:lnTo>
                <a:lnTo>
                  <a:pt x="3260026" y="3162312"/>
                </a:lnTo>
                <a:lnTo>
                  <a:pt x="3296348" y="3136912"/>
                </a:lnTo>
                <a:lnTo>
                  <a:pt x="3330460" y="3098812"/>
                </a:lnTo>
                <a:lnTo>
                  <a:pt x="3362337" y="3060712"/>
                </a:lnTo>
                <a:lnTo>
                  <a:pt x="3391992" y="3022612"/>
                </a:lnTo>
                <a:lnTo>
                  <a:pt x="3419386" y="2984512"/>
                </a:lnTo>
                <a:lnTo>
                  <a:pt x="3444544" y="2946412"/>
                </a:lnTo>
                <a:lnTo>
                  <a:pt x="3467443" y="2908312"/>
                </a:lnTo>
                <a:lnTo>
                  <a:pt x="3488080" y="2857512"/>
                </a:lnTo>
                <a:lnTo>
                  <a:pt x="3506457" y="2819412"/>
                </a:lnTo>
                <a:lnTo>
                  <a:pt x="3522548" y="2781312"/>
                </a:lnTo>
                <a:lnTo>
                  <a:pt x="3536353" y="2730512"/>
                </a:lnTo>
                <a:lnTo>
                  <a:pt x="3547872" y="2692412"/>
                </a:lnTo>
                <a:lnTo>
                  <a:pt x="3557092" y="2641612"/>
                </a:lnTo>
                <a:lnTo>
                  <a:pt x="3564013" y="2590812"/>
                </a:lnTo>
                <a:lnTo>
                  <a:pt x="3568623" y="2552712"/>
                </a:lnTo>
                <a:lnTo>
                  <a:pt x="3570909" y="2501912"/>
                </a:lnTo>
                <a:close/>
              </a:path>
              <a:path w="5275580" h="5271770">
                <a:moveTo>
                  <a:pt x="3651313" y="0"/>
                </a:moveTo>
                <a:lnTo>
                  <a:pt x="3492563" y="0"/>
                </a:lnTo>
                <a:lnTo>
                  <a:pt x="3492563" y="161925"/>
                </a:lnTo>
                <a:lnTo>
                  <a:pt x="3651313" y="161925"/>
                </a:lnTo>
                <a:lnTo>
                  <a:pt x="3651313" y="0"/>
                </a:lnTo>
                <a:close/>
              </a:path>
              <a:path w="5275580" h="5271770">
                <a:moveTo>
                  <a:pt x="3968813" y="1124204"/>
                </a:moveTo>
                <a:lnTo>
                  <a:pt x="3929151" y="1088872"/>
                </a:lnTo>
                <a:lnTo>
                  <a:pt x="3888981" y="1054747"/>
                </a:lnTo>
                <a:lnTo>
                  <a:pt x="3848290" y="1021829"/>
                </a:lnTo>
                <a:lnTo>
                  <a:pt x="3807053" y="990117"/>
                </a:lnTo>
                <a:lnTo>
                  <a:pt x="3765245" y="959599"/>
                </a:lnTo>
                <a:lnTo>
                  <a:pt x="3722878" y="930287"/>
                </a:lnTo>
                <a:lnTo>
                  <a:pt x="3702621" y="917028"/>
                </a:lnTo>
                <a:lnTo>
                  <a:pt x="3679901" y="902144"/>
                </a:lnTo>
                <a:lnTo>
                  <a:pt x="3636314" y="875195"/>
                </a:lnTo>
                <a:lnTo>
                  <a:pt x="3592093" y="849426"/>
                </a:lnTo>
                <a:lnTo>
                  <a:pt x="3547237" y="824826"/>
                </a:lnTo>
                <a:lnTo>
                  <a:pt x="3501707" y="801382"/>
                </a:lnTo>
                <a:lnTo>
                  <a:pt x="3455505" y="779106"/>
                </a:lnTo>
                <a:lnTo>
                  <a:pt x="3419665" y="762965"/>
                </a:lnTo>
                <a:lnTo>
                  <a:pt x="3408603" y="757974"/>
                </a:lnTo>
                <a:lnTo>
                  <a:pt x="3360991" y="737997"/>
                </a:lnTo>
                <a:lnTo>
                  <a:pt x="3324314" y="714997"/>
                </a:lnTo>
                <a:lnTo>
                  <a:pt x="3315652" y="673989"/>
                </a:lnTo>
                <a:lnTo>
                  <a:pt x="3316643" y="625792"/>
                </a:lnTo>
                <a:lnTo>
                  <a:pt x="3316770" y="587235"/>
                </a:lnTo>
                <a:lnTo>
                  <a:pt x="3316795" y="574751"/>
                </a:lnTo>
                <a:lnTo>
                  <a:pt x="3316655" y="555815"/>
                </a:lnTo>
                <a:lnTo>
                  <a:pt x="3316541" y="541947"/>
                </a:lnTo>
                <a:lnTo>
                  <a:pt x="3316440" y="528447"/>
                </a:lnTo>
                <a:lnTo>
                  <a:pt x="3315957" y="479818"/>
                </a:lnTo>
                <a:lnTo>
                  <a:pt x="3315678" y="428879"/>
                </a:lnTo>
                <a:lnTo>
                  <a:pt x="3315652" y="423545"/>
                </a:lnTo>
                <a:lnTo>
                  <a:pt x="3293021" y="423176"/>
                </a:lnTo>
                <a:lnTo>
                  <a:pt x="3272637" y="422554"/>
                </a:lnTo>
                <a:lnTo>
                  <a:pt x="3251746" y="422554"/>
                </a:lnTo>
                <a:lnTo>
                  <a:pt x="3235642" y="423545"/>
                </a:lnTo>
                <a:lnTo>
                  <a:pt x="3208540" y="423176"/>
                </a:lnTo>
                <a:lnTo>
                  <a:pt x="3205784" y="423176"/>
                </a:lnTo>
                <a:lnTo>
                  <a:pt x="3181959" y="414235"/>
                </a:lnTo>
                <a:lnTo>
                  <a:pt x="3161754" y="397357"/>
                </a:lnTo>
                <a:lnTo>
                  <a:pt x="3144964" y="376339"/>
                </a:lnTo>
                <a:lnTo>
                  <a:pt x="3144964" y="591439"/>
                </a:lnTo>
                <a:lnTo>
                  <a:pt x="3144964" y="759206"/>
                </a:lnTo>
                <a:lnTo>
                  <a:pt x="3135414" y="761123"/>
                </a:lnTo>
                <a:lnTo>
                  <a:pt x="3126625" y="762546"/>
                </a:lnTo>
                <a:lnTo>
                  <a:pt x="3118332" y="762965"/>
                </a:lnTo>
                <a:lnTo>
                  <a:pt x="3110598" y="761923"/>
                </a:lnTo>
                <a:lnTo>
                  <a:pt x="3084449" y="761923"/>
                </a:lnTo>
                <a:lnTo>
                  <a:pt x="3065615" y="770216"/>
                </a:lnTo>
                <a:lnTo>
                  <a:pt x="3051784" y="787006"/>
                </a:lnTo>
                <a:lnTo>
                  <a:pt x="3040951" y="812546"/>
                </a:lnTo>
                <a:lnTo>
                  <a:pt x="3021368" y="861949"/>
                </a:lnTo>
                <a:lnTo>
                  <a:pt x="2996946" y="907288"/>
                </a:lnTo>
                <a:lnTo>
                  <a:pt x="2967723" y="948436"/>
                </a:lnTo>
                <a:lnTo>
                  <a:pt x="2933750" y="985253"/>
                </a:lnTo>
                <a:lnTo>
                  <a:pt x="2895066" y="1017600"/>
                </a:lnTo>
                <a:lnTo>
                  <a:pt x="2851696" y="1045337"/>
                </a:lnTo>
                <a:lnTo>
                  <a:pt x="2803715" y="1068324"/>
                </a:lnTo>
                <a:lnTo>
                  <a:pt x="2763494" y="1085088"/>
                </a:lnTo>
                <a:lnTo>
                  <a:pt x="2734030" y="1106893"/>
                </a:lnTo>
                <a:lnTo>
                  <a:pt x="2720073" y="1138720"/>
                </a:lnTo>
                <a:lnTo>
                  <a:pt x="2726271" y="1184821"/>
                </a:lnTo>
                <a:lnTo>
                  <a:pt x="2726372" y="1185545"/>
                </a:lnTo>
                <a:lnTo>
                  <a:pt x="2558351" y="1185545"/>
                </a:lnTo>
                <a:lnTo>
                  <a:pt x="2555684" y="1182878"/>
                </a:lnTo>
                <a:lnTo>
                  <a:pt x="2550350" y="1180211"/>
                </a:lnTo>
                <a:lnTo>
                  <a:pt x="2550464" y="1174978"/>
                </a:lnTo>
                <a:lnTo>
                  <a:pt x="2552128" y="1138720"/>
                </a:lnTo>
                <a:lnTo>
                  <a:pt x="2552179" y="1137589"/>
                </a:lnTo>
                <a:lnTo>
                  <a:pt x="2539022" y="1107884"/>
                </a:lnTo>
                <a:lnTo>
                  <a:pt x="2512898" y="1085723"/>
                </a:lnTo>
                <a:lnTo>
                  <a:pt x="2475801" y="1068324"/>
                </a:lnTo>
                <a:lnTo>
                  <a:pt x="2431034" y="1049782"/>
                </a:lnTo>
                <a:lnTo>
                  <a:pt x="2390368" y="1026337"/>
                </a:lnTo>
                <a:lnTo>
                  <a:pt x="2353767" y="998410"/>
                </a:lnTo>
                <a:lnTo>
                  <a:pt x="2320810" y="966101"/>
                </a:lnTo>
                <a:lnTo>
                  <a:pt x="2291689" y="930033"/>
                </a:lnTo>
                <a:lnTo>
                  <a:pt x="2265997" y="890219"/>
                </a:lnTo>
                <a:lnTo>
                  <a:pt x="2243772" y="847217"/>
                </a:lnTo>
                <a:lnTo>
                  <a:pt x="2222436" y="802297"/>
                </a:lnTo>
                <a:lnTo>
                  <a:pt x="2203094" y="777875"/>
                </a:lnTo>
                <a:lnTo>
                  <a:pt x="2174760" y="765467"/>
                </a:lnTo>
                <a:lnTo>
                  <a:pt x="2126424" y="756539"/>
                </a:lnTo>
                <a:lnTo>
                  <a:pt x="2126424" y="588772"/>
                </a:lnTo>
                <a:lnTo>
                  <a:pt x="2177097" y="594156"/>
                </a:lnTo>
                <a:lnTo>
                  <a:pt x="2186660" y="588772"/>
                </a:lnTo>
                <a:lnTo>
                  <a:pt x="2209762" y="575792"/>
                </a:lnTo>
                <a:lnTo>
                  <a:pt x="2231428" y="541947"/>
                </a:lnTo>
                <a:lnTo>
                  <a:pt x="2249106" y="500888"/>
                </a:lnTo>
                <a:lnTo>
                  <a:pt x="2271941" y="452869"/>
                </a:lnTo>
                <a:lnTo>
                  <a:pt x="2289365" y="426542"/>
                </a:lnTo>
                <a:lnTo>
                  <a:pt x="2300262" y="410057"/>
                </a:lnTo>
                <a:lnTo>
                  <a:pt x="2333777" y="372275"/>
                </a:lnTo>
                <a:lnTo>
                  <a:pt x="2372182" y="339382"/>
                </a:lnTo>
                <a:lnTo>
                  <a:pt x="2415171" y="311238"/>
                </a:lnTo>
                <a:lnTo>
                  <a:pt x="2508847" y="264858"/>
                </a:lnTo>
                <a:lnTo>
                  <a:pt x="2534031" y="244767"/>
                </a:lnTo>
                <a:lnTo>
                  <a:pt x="2546718" y="216154"/>
                </a:lnTo>
                <a:lnTo>
                  <a:pt x="2555684" y="167767"/>
                </a:lnTo>
                <a:lnTo>
                  <a:pt x="2721038" y="167767"/>
                </a:lnTo>
                <a:lnTo>
                  <a:pt x="2721445" y="177279"/>
                </a:lnTo>
                <a:lnTo>
                  <a:pt x="2722359" y="185775"/>
                </a:lnTo>
                <a:lnTo>
                  <a:pt x="2723286" y="193281"/>
                </a:lnTo>
                <a:lnTo>
                  <a:pt x="2723705" y="199771"/>
                </a:lnTo>
                <a:lnTo>
                  <a:pt x="2721902" y="228701"/>
                </a:lnTo>
                <a:lnTo>
                  <a:pt x="2731363" y="249110"/>
                </a:lnTo>
                <a:lnTo>
                  <a:pt x="2750324" y="263537"/>
                </a:lnTo>
                <a:lnTo>
                  <a:pt x="2826347" y="294144"/>
                </a:lnTo>
                <a:lnTo>
                  <a:pt x="2871355" y="318922"/>
                </a:lnTo>
                <a:lnTo>
                  <a:pt x="2912021" y="348653"/>
                </a:lnTo>
                <a:lnTo>
                  <a:pt x="2948292" y="383171"/>
                </a:lnTo>
                <a:lnTo>
                  <a:pt x="2980245" y="422554"/>
                </a:lnTo>
                <a:lnTo>
                  <a:pt x="3007474" y="466051"/>
                </a:lnTo>
                <a:lnTo>
                  <a:pt x="3050070" y="555815"/>
                </a:lnTo>
                <a:lnTo>
                  <a:pt x="3068612" y="577773"/>
                </a:lnTo>
                <a:lnTo>
                  <a:pt x="3096666" y="587235"/>
                </a:lnTo>
                <a:lnTo>
                  <a:pt x="3144964" y="591439"/>
                </a:lnTo>
                <a:lnTo>
                  <a:pt x="3144964" y="376339"/>
                </a:lnTo>
                <a:lnTo>
                  <a:pt x="3142297" y="372999"/>
                </a:lnTo>
                <a:lnTo>
                  <a:pt x="3111119" y="326555"/>
                </a:lnTo>
                <a:lnTo>
                  <a:pt x="3076956" y="281393"/>
                </a:lnTo>
                <a:lnTo>
                  <a:pt x="3038779" y="240715"/>
                </a:lnTo>
                <a:lnTo>
                  <a:pt x="2995612" y="207772"/>
                </a:lnTo>
                <a:lnTo>
                  <a:pt x="2952051" y="177825"/>
                </a:lnTo>
                <a:lnTo>
                  <a:pt x="2941878" y="167767"/>
                </a:lnTo>
                <a:lnTo>
                  <a:pt x="2918218" y="144386"/>
                </a:lnTo>
                <a:lnTo>
                  <a:pt x="2895485" y="105956"/>
                </a:lnTo>
                <a:lnTo>
                  <a:pt x="2885300" y="61010"/>
                </a:lnTo>
                <a:lnTo>
                  <a:pt x="2889059" y="8001"/>
                </a:lnTo>
                <a:lnTo>
                  <a:pt x="2889059" y="5334"/>
                </a:lnTo>
                <a:lnTo>
                  <a:pt x="2883725" y="2667"/>
                </a:lnTo>
                <a:lnTo>
                  <a:pt x="2883725" y="0"/>
                </a:lnTo>
                <a:lnTo>
                  <a:pt x="2382456" y="0"/>
                </a:lnTo>
                <a:lnTo>
                  <a:pt x="2382075" y="20675"/>
                </a:lnTo>
                <a:lnTo>
                  <a:pt x="2381453" y="39331"/>
                </a:lnTo>
                <a:lnTo>
                  <a:pt x="2381326" y="56959"/>
                </a:lnTo>
                <a:lnTo>
                  <a:pt x="2382456" y="74549"/>
                </a:lnTo>
                <a:lnTo>
                  <a:pt x="2382405" y="103809"/>
                </a:lnTo>
                <a:lnTo>
                  <a:pt x="2374112" y="128549"/>
                </a:lnTo>
                <a:lnTo>
                  <a:pt x="2357323" y="150266"/>
                </a:lnTo>
                <a:lnTo>
                  <a:pt x="2331783" y="170434"/>
                </a:lnTo>
                <a:lnTo>
                  <a:pt x="2285352" y="201980"/>
                </a:lnTo>
                <a:lnTo>
                  <a:pt x="2240432" y="236766"/>
                </a:lnTo>
                <a:lnTo>
                  <a:pt x="2200516" y="275018"/>
                </a:lnTo>
                <a:lnTo>
                  <a:pt x="2169096" y="316992"/>
                </a:lnTo>
                <a:lnTo>
                  <a:pt x="2137511" y="361315"/>
                </a:lnTo>
                <a:lnTo>
                  <a:pt x="2102739" y="394779"/>
                </a:lnTo>
                <a:lnTo>
                  <a:pt x="2063508" y="416737"/>
                </a:lnTo>
                <a:lnTo>
                  <a:pt x="2018525" y="426542"/>
                </a:lnTo>
                <a:lnTo>
                  <a:pt x="1966531" y="423545"/>
                </a:lnTo>
                <a:lnTo>
                  <a:pt x="1963864" y="423545"/>
                </a:lnTo>
                <a:lnTo>
                  <a:pt x="1961197" y="428879"/>
                </a:lnTo>
                <a:lnTo>
                  <a:pt x="1955863" y="431546"/>
                </a:lnTo>
                <a:lnTo>
                  <a:pt x="1955939" y="500888"/>
                </a:lnTo>
                <a:lnTo>
                  <a:pt x="1956409" y="574751"/>
                </a:lnTo>
                <a:lnTo>
                  <a:pt x="1957197" y="624446"/>
                </a:lnTo>
                <a:lnTo>
                  <a:pt x="1958530" y="673989"/>
                </a:lnTo>
                <a:lnTo>
                  <a:pt x="1955977" y="696379"/>
                </a:lnTo>
                <a:lnTo>
                  <a:pt x="1948192" y="713003"/>
                </a:lnTo>
                <a:lnTo>
                  <a:pt x="1934895" y="726122"/>
                </a:lnTo>
                <a:lnTo>
                  <a:pt x="1915858" y="737997"/>
                </a:lnTo>
                <a:lnTo>
                  <a:pt x="1728495" y="833501"/>
                </a:lnTo>
                <a:lnTo>
                  <a:pt x="1682127" y="857935"/>
                </a:lnTo>
                <a:lnTo>
                  <a:pt x="1636064" y="882916"/>
                </a:lnTo>
                <a:lnTo>
                  <a:pt x="1590205" y="908685"/>
                </a:lnTo>
                <a:lnTo>
                  <a:pt x="1545145" y="935101"/>
                </a:lnTo>
                <a:lnTo>
                  <a:pt x="1503121" y="962952"/>
                </a:lnTo>
                <a:lnTo>
                  <a:pt x="1462062" y="992898"/>
                </a:lnTo>
                <a:lnTo>
                  <a:pt x="1421574" y="1024318"/>
                </a:lnTo>
                <a:lnTo>
                  <a:pt x="1340853" y="1089253"/>
                </a:lnTo>
                <a:lnTo>
                  <a:pt x="1299908" y="1121537"/>
                </a:lnTo>
                <a:lnTo>
                  <a:pt x="1360576" y="1185824"/>
                </a:lnTo>
                <a:lnTo>
                  <a:pt x="1389164" y="1215567"/>
                </a:lnTo>
                <a:lnTo>
                  <a:pt x="1417256" y="1244092"/>
                </a:lnTo>
                <a:lnTo>
                  <a:pt x="1439252" y="1225765"/>
                </a:lnTo>
                <a:lnTo>
                  <a:pt x="1448752" y="1217472"/>
                </a:lnTo>
                <a:lnTo>
                  <a:pt x="1457261" y="1209421"/>
                </a:lnTo>
                <a:lnTo>
                  <a:pt x="1497698" y="1174978"/>
                </a:lnTo>
                <a:lnTo>
                  <a:pt x="1539100" y="1141933"/>
                </a:lnTo>
                <a:lnTo>
                  <a:pt x="1581429" y="1110259"/>
                </a:lnTo>
                <a:lnTo>
                  <a:pt x="1624685" y="1079944"/>
                </a:lnTo>
                <a:lnTo>
                  <a:pt x="1668843" y="1050925"/>
                </a:lnTo>
                <a:lnTo>
                  <a:pt x="1713877" y="1023200"/>
                </a:lnTo>
                <a:lnTo>
                  <a:pt x="1759775" y="996721"/>
                </a:lnTo>
                <a:lnTo>
                  <a:pt x="1806524" y="971448"/>
                </a:lnTo>
                <a:lnTo>
                  <a:pt x="1854111" y="947369"/>
                </a:lnTo>
                <a:lnTo>
                  <a:pt x="1902523" y="924433"/>
                </a:lnTo>
                <a:lnTo>
                  <a:pt x="1914436" y="918184"/>
                </a:lnTo>
                <a:lnTo>
                  <a:pt x="1927860" y="912444"/>
                </a:lnTo>
                <a:lnTo>
                  <a:pt x="1939277" y="908685"/>
                </a:lnTo>
                <a:lnTo>
                  <a:pt x="1945195" y="908431"/>
                </a:lnTo>
                <a:lnTo>
                  <a:pt x="1969350" y="928268"/>
                </a:lnTo>
                <a:lnTo>
                  <a:pt x="1996516" y="933107"/>
                </a:lnTo>
                <a:lnTo>
                  <a:pt x="2024646" y="930935"/>
                </a:lnTo>
                <a:lnTo>
                  <a:pt x="2051748" y="929767"/>
                </a:lnTo>
                <a:lnTo>
                  <a:pt x="2073452" y="931900"/>
                </a:lnTo>
                <a:lnTo>
                  <a:pt x="2091410" y="938771"/>
                </a:lnTo>
                <a:lnTo>
                  <a:pt x="2106879" y="951153"/>
                </a:lnTo>
                <a:lnTo>
                  <a:pt x="2121090" y="969772"/>
                </a:lnTo>
                <a:lnTo>
                  <a:pt x="2150033" y="1008773"/>
                </a:lnTo>
                <a:lnTo>
                  <a:pt x="2179891" y="1047889"/>
                </a:lnTo>
                <a:lnTo>
                  <a:pt x="2211527" y="1085367"/>
                </a:lnTo>
                <a:lnTo>
                  <a:pt x="2245855" y="1119403"/>
                </a:lnTo>
                <a:lnTo>
                  <a:pt x="2283777" y="1148207"/>
                </a:lnTo>
                <a:lnTo>
                  <a:pt x="2326297" y="1179195"/>
                </a:lnTo>
                <a:lnTo>
                  <a:pt x="2357678" y="1212469"/>
                </a:lnTo>
                <a:lnTo>
                  <a:pt x="2377668" y="1249680"/>
                </a:lnTo>
                <a:lnTo>
                  <a:pt x="2386012" y="1292517"/>
                </a:lnTo>
                <a:lnTo>
                  <a:pt x="2382456" y="1342644"/>
                </a:lnTo>
                <a:lnTo>
                  <a:pt x="2382456" y="1345311"/>
                </a:lnTo>
                <a:lnTo>
                  <a:pt x="2387790" y="1347978"/>
                </a:lnTo>
                <a:lnTo>
                  <a:pt x="2390457" y="1353312"/>
                </a:lnTo>
                <a:lnTo>
                  <a:pt x="2891726" y="1353312"/>
                </a:lnTo>
                <a:lnTo>
                  <a:pt x="2890964" y="1326261"/>
                </a:lnTo>
                <a:lnTo>
                  <a:pt x="2889720" y="1300416"/>
                </a:lnTo>
                <a:lnTo>
                  <a:pt x="2889466" y="1275054"/>
                </a:lnTo>
                <a:lnTo>
                  <a:pt x="2895181" y="1234770"/>
                </a:lnTo>
                <a:lnTo>
                  <a:pt x="2921063" y="1198880"/>
                </a:lnTo>
                <a:lnTo>
                  <a:pt x="2963126" y="1172438"/>
                </a:lnTo>
                <a:lnTo>
                  <a:pt x="3002559" y="1143393"/>
                </a:lnTo>
                <a:lnTo>
                  <a:pt x="3039287" y="1111758"/>
                </a:lnTo>
                <a:lnTo>
                  <a:pt x="3073273" y="1077506"/>
                </a:lnTo>
                <a:lnTo>
                  <a:pt x="3104477" y="1040650"/>
                </a:lnTo>
                <a:lnTo>
                  <a:pt x="3132823" y="1001179"/>
                </a:lnTo>
                <a:lnTo>
                  <a:pt x="3158299" y="959104"/>
                </a:lnTo>
                <a:lnTo>
                  <a:pt x="3165170" y="950823"/>
                </a:lnTo>
                <a:lnTo>
                  <a:pt x="3251098" y="921740"/>
                </a:lnTo>
                <a:lnTo>
                  <a:pt x="3298850" y="917028"/>
                </a:lnTo>
                <a:lnTo>
                  <a:pt x="3339630" y="919429"/>
                </a:lnTo>
                <a:lnTo>
                  <a:pt x="3379520" y="930033"/>
                </a:lnTo>
                <a:lnTo>
                  <a:pt x="3424567" y="949960"/>
                </a:lnTo>
                <a:lnTo>
                  <a:pt x="3514839" y="998410"/>
                </a:lnTo>
                <a:lnTo>
                  <a:pt x="3548545" y="1016990"/>
                </a:lnTo>
                <a:lnTo>
                  <a:pt x="3581755" y="1036574"/>
                </a:lnTo>
                <a:lnTo>
                  <a:pt x="3614229" y="1057656"/>
                </a:lnTo>
                <a:lnTo>
                  <a:pt x="3654247" y="1087170"/>
                </a:lnTo>
                <a:lnTo>
                  <a:pt x="3859593" y="1241425"/>
                </a:lnTo>
                <a:lnTo>
                  <a:pt x="3968813" y="1124204"/>
                </a:lnTo>
                <a:close/>
              </a:path>
              <a:path w="5275580" h="5271770">
                <a:moveTo>
                  <a:pt x="3971988" y="4148010"/>
                </a:moveTo>
                <a:lnTo>
                  <a:pt x="3941330" y="4114939"/>
                </a:lnTo>
                <a:lnTo>
                  <a:pt x="3885082" y="4052798"/>
                </a:lnTo>
                <a:lnTo>
                  <a:pt x="3857434" y="4022725"/>
                </a:lnTo>
                <a:lnTo>
                  <a:pt x="3819842" y="4056278"/>
                </a:lnTo>
                <a:lnTo>
                  <a:pt x="3781742" y="4088688"/>
                </a:lnTo>
                <a:lnTo>
                  <a:pt x="3743121" y="4119956"/>
                </a:lnTo>
                <a:lnTo>
                  <a:pt x="3703967" y="4150068"/>
                </a:lnTo>
                <a:lnTo>
                  <a:pt x="3664254" y="4179011"/>
                </a:lnTo>
                <a:lnTo>
                  <a:pt x="3623983" y="4206811"/>
                </a:lnTo>
                <a:lnTo>
                  <a:pt x="3583127" y="4233430"/>
                </a:lnTo>
                <a:lnTo>
                  <a:pt x="3541674" y="4258894"/>
                </a:lnTo>
                <a:lnTo>
                  <a:pt x="3499599" y="4283176"/>
                </a:lnTo>
                <a:lnTo>
                  <a:pt x="3456914" y="4306278"/>
                </a:lnTo>
                <a:lnTo>
                  <a:pt x="3413595" y="4328198"/>
                </a:lnTo>
                <a:lnTo>
                  <a:pt x="3369614" y="4348924"/>
                </a:lnTo>
                <a:lnTo>
                  <a:pt x="3324961" y="4368457"/>
                </a:lnTo>
                <a:lnTo>
                  <a:pt x="3279635" y="4386796"/>
                </a:lnTo>
                <a:lnTo>
                  <a:pt x="3233610" y="4403915"/>
                </a:lnTo>
                <a:lnTo>
                  <a:pt x="3209760" y="4356760"/>
                </a:lnTo>
                <a:lnTo>
                  <a:pt x="3184194" y="4312272"/>
                </a:lnTo>
                <a:lnTo>
                  <a:pt x="3156902" y="4270527"/>
                </a:lnTo>
                <a:lnTo>
                  <a:pt x="3127857" y="4231564"/>
                </a:lnTo>
                <a:lnTo>
                  <a:pt x="3105594" y="4205478"/>
                </a:lnTo>
                <a:lnTo>
                  <a:pt x="3105594" y="4635830"/>
                </a:lnTo>
                <a:lnTo>
                  <a:pt x="3103626" y="4683722"/>
                </a:lnTo>
                <a:lnTo>
                  <a:pt x="3096907" y="4730229"/>
                </a:lnTo>
                <a:lnTo>
                  <a:pt x="3085668" y="4775149"/>
                </a:lnTo>
                <a:lnTo>
                  <a:pt x="3070148" y="4818227"/>
                </a:lnTo>
                <a:lnTo>
                  <a:pt x="3050578" y="4859223"/>
                </a:lnTo>
                <a:lnTo>
                  <a:pt x="3027197" y="4897907"/>
                </a:lnTo>
                <a:lnTo>
                  <a:pt x="3000260" y="4934039"/>
                </a:lnTo>
                <a:lnTo>
                  <a:pt x="2969984" y="4967376"/>
                </a:lnTo>
                <a:lnTo>
                  <a:pt x="2936621" y="4997691"/>
                </a:lnTo>
                <a:lnTo>
                  <a:pt x="2900388" y="5024729"/>
                </a:lnTo>
                <a:lnTo>
                  <a:pt x="2861551" y="5048262"/>
                </a:lnTo>
                <a:lnTo>
                  <a:pt x="2820339" y="5068049"/>
                </a:lnTo>
                <a:lnTo>
                  <a:pt x="2776982" y="5083861"/>
                </a:lnTo>
                <a:lnTo>
                  <a:pt x="2731249" y="5095570"/>
                </a:lnTo>
                <a:lnTo>
                  <a:pt x="2730931" y="5095570"/>
                </a:lnTo>
                <a:lnTo>
                  <a:pt x="2684602" y="5102606"/>
                </a:lnTo>
                <a:lnTo>
                  <a:pt x="2684195" y="5102606"/>
                </a:lnTo>
                <a:lnTo>
                  <a:pt x="2636456" y="5104993"/>
                </a:lnTo>
                <a:lnTo>
                  <a:pt x="2589009" y="5102606"/>
                </a:lnTo>
                <a:lnTo>
                  <a:pt x="2542819" y="5095570"/>
                </a:lnTo>
                <a:lnTo>
                  <a:pt x="2498128" y="5084127"/>
                </a:lnTo>
                <a:lnTo>
                  <a:pt x="2455189" y="5068519"/>
                </a:lnTo>
                <a:lnTo>
                  <a:pt x="2414244" y="5048961"/>
                </a:lnTo>
                <a:lnTo>
                  <a:pt x="2375547" y="5025720"/>
                </a:lnTo>
                <a:lnTo>
                  <a:pt x="2339365" y="4998999"/>
                </a:lnTo>
                <a:lnTo>
                  <a:pt x="2305913" y="4969053"/>
                </a:lnTo>
                <a:lnTo>
                  <a:pt x="2275471" y="4936096"/>
                </a:lnTo>
                <a:lnTo>
                  <a:pt x="2248281" y="4900384"/>
                </a:lnTo>
                <a:lnTo>
                  <a:pt x="2224582" y="4862144"/>
                </a:lnTo>
                <a:lnTo>
                  <a:pt x="2204631" y="4821606"/>
                </a:lnTo>
                <a:lnTo>
                  <a:pt x="2188680" y="4778997"/>
                </a:lnTo>
                <a:lnTo>
                  <a:pt x="2176970" y="4734572"/>
                </a:lnTo>
                <a:lnTo>
                  <a:pt x="2169769" y="4688548"/>
                </a:lnTo>
                <a:lnTo>
                  <a:pt x="2167318" y="4641164"/>
                </a:lnTo>
                <a:lnTo>
                  <a:pt x="2169680" y="4592853"/>
                </a:lnTo>
                <a:lnTo>
                  <a:pt x="2176754" y="4545012"/>
                </a:lnTo>
                <a:lnTo>
                  <a:pt x="2188222" y="4499381"/>
                </a:lnTo>
                <a:lnTo>
                  <a:pt x="2203881" y="4455693"/>
                </a:lnTo>
                <a:lnTo>
                  <a:pt x="2223503" y="4414177"/>
                </a:lnTo>
                <a:lnTo>
                  <a:pt x="2246871" y="4375061"/>
                </a:lnTo>
                <a:lnTo>
                  <a:pt x="2273744" y="4338574"/>
                </a:lnTo>
                <a:lnTo>
                  <a:pt x="2303919" y="4304957"/>
                </a:lnTo>
                <a:lnTo>
                  <a:pt x="2337143" y="4274426"/>
                </a:lnTo>
                <a:lnTo>
                  <a:pt x="2373211" y="4247223"/>
                </a:lnTo>
                <a:lnTo>
                  <a:pt x="2411882" y="4223575"/>
                </a:lnTo>
                <a:lnTo>
                  <a:pt x="2452941" y="4203700"/>
                </a:lnTo>
                <a:lnTo>
                  <a:pt x="2496147" y="4187850"/>
                </a:lnTo>
                <a:lnTo>
                  <a:pt x="2541282" y="4176242"/>
                </a:lnTo>
                <a:lnTo>
                  <a:pt x="2588133" y="4169105"/>
                </a:lnTo>
                <a:lnTo>
                  <a:pt x="2636456" y="4166666"/>
                </a:lnTo>
                <a:lnTo>
                  <a:pt x="2684335" y="4168635"/>
                </a:lnTo>
                <a:lnTo>
                  <a:pt x="2730843" y="4175353"/>
                </a:lnTo>
                <a:lnTo>
                  <a:pt x="2775762" y="4186593"/>
                </a:lnTo>
                <a:lnTo>
                  <a:pt x="2818841" y="4202112"/>
                </a:lnTo>
                <a:lnTo>
                  <a:pt x="2859836" y="4221683"/>
                </a:lnTo>
                <a:lnTo>
                  <a:pt x="2898521" y="4245064"/>
                </a:lnTo>
                <a:lnTo>
                  <a:pt x="2934652" y="4272013"/>
                </a:lnTo>
                <a:lnTo>
                  <a:pt x="2967977" y="4302290"/>
                </a:lnTo>
                <a:lnTo>
                  <a:pt x="2998292" y="4335665"/>
                </a:lnTo>
                <a:lnTo>
                  <a:pt x="3025330" y="4371886"/>
                </a:lnTo>
                <a:lnTo>
                  <a:pt x="3048863" y="4410722"/>
                </a:lnTo>
                <a:lnTo>
                  <a:pt x="3068650" y="4451947"/>
                </a:lnTo>
                <a:lnTo>
                  <a:pt x="3084449" y="4495304"/>
                </a:lnTo>
                <a:lnTo>
                  <a:pt x="3096031" y="4540567"/>
                </a:lnTo>
                <a:lnTo>
                  <a:pt x="3103156" y="4587481"/>
                </a:lnTo>
                <a:lnTo>
                  <a:pt x="3105594" y="4635830"/>
                </a:lnTo>
                <a:lnTo>
                  <a:pt x="3105594" y="4205478"/>
                </a:lnTo>
                <a:lnTo>
                  <a:pt x="3068777" y="4166666"/>
                </a:lnTo>
                <a:lnTo>
                  <a:pt x="3029953" y="4131957"/>
                </a:lnTo>
                <a:lnTo>
                  <a:pt x="2993656" y="4104690"/>
                </a:lnTo>
                <a:lnTo>
                  <a:pt x="2955480" y="4080497"/>
                </a:lnTo>
                <a:lnTo>
                  <a:pt x="2915399" y="4059402"/>
                </a:lnTo>
                <a:lnTo>
                  <a:pt x="2873400" y="4041495"/>
                </a:lnTo>
                <a:lnTo>
                  <a:pt x="2829458" y="4026801"/>
                </a:lnTo>
                <a:lnTo>
                  <a:pt x="2783560" y="4015397"/>
                </a:lnTo>
                <a:lnTo>
                  <a:pt x="2735656" y="4007320"/>
                </a:lnTo>
                <a:lnTo>
                  <a:pt x="2685732" y="4002633"/>
                </a:lnTo>
                <a:lnTo>
                  <a:pt x="2633789" y="4001389"/>
                </a:lnTo>
                <a:lnTo>
                  <a:pt x="2581859" y="4003129"/>
                </a:lnTo>
                <a:lnTo>
                  <a:pt x="2532037" y="4008310"/>
                </a:lnTo>
                <a:lnTo>
                  <a:pt x="2484297" y="4016845"/>
                </a:lnTo>
                <a:lnTo>
                  <a:pt x="2438603" y="4028681"/>
                </a:lnTo>
                <a:lnTo>
                  <a:pt x="2394940" y="4043743"/>
                </a:lnTo>
                <a:lnTo>
                  <a:pt x="2353284" y="4061980"/>
                </a:lnTo>
                <a:lnTo>
                  <a:pt x="2313546" y="4083367"/>
                </a:lnTo>
                <a:lnTo>
                  <a:pt x="2275916" y="4107688"/>
                </a:lnTo>
                <a:lnTo>
                  <a:pt x="2240140" y="4135031"/>
                </a:lnTo>
                <a:lnTo>
                  <a:pt x="2206282" y="4165269"/>
                </a:lnTo>
                <a:lnTo>
                  <a:pt x="2174303" y="4198340"/>
                </a:lnTo>
                <a:lnTo>
                  <a:pt x="2144204" y="4234192"/>
                </a:lnTo>
                <a:lnTo>
                  <a:pt x="2115934" y="4272737"/>
                </a:lnTo>
                <a:lnTo>
                  <a:pt x="2089492" y="4313910"/>
                </a:lnTo>
                <a:lnTo>
                  <a:pt x="2064842" y="4357662"/>
                </a:lnTo>
                <a:lnTo>
                  <a:pt x="2041969" y="4403915"/>
                </a:lnTo>
                <a:lnTo>
                  <a:pt x="1995436" y="4386288"/>
                </a:lnTo>
                <a:lnTo>
                  <a:pt x="1949678" y="4367530"/>
                </a:lnTo>
                <a:lnTo>
                  <a:pt x="1904669" y="4347642"/>
                </a:lnTo>
                <a:lnTo>
                  <a:pt x="1860397" y="4326636"/>
                </a:lnTo>
                <a:lnTo>
                  <a:pt x="1816849" y="4304500"/>
                </a:lnTo>
                <a:lnTo>
                  <a:pt x="1773999" y="4281259"/>
                </a:lnTo>
                <a:lnTo>
                  <a:pt x="1731860" y="4256900"/>
                </a:lnTo>
                <a:lnTo>
                  <a:pt x="1690598" y="4231564"/>
                </a:lnTo>
                <a:lnTo>
                  <a:pt x="1649615" y="4204893"/>
                </a:lnTo>
                <a:lnTo>
                  <a:pt x="1609471" y="4177233"/>
                </a:lnTo>
                <a:lnTo>
                  <a:pt x="1569986" y="4148493"/>
                </a:lnTo>
                <a:lnTo>
                  <a:pt x="1531112" y="4118673"/>
                </a:lnTo>
                <a:lnTo>
                  <a:pt x="1492859" y="4087761"/>
                </a:lnTo>
                <a:lnTo>
                  <a:pt x="1455204" y="4055783"/>
                </a:lnTo>
                <a:lnTo>
                  <a:pt x="1418145" y="4022725"/>
                </a:lnTo>
                <a:lnTo>
                  <a:pt x="1390142" y="4053840"/>
                </a:lnTo>
                <a:lnTo>
                  <a:pt x="1362151" y="4083697"/>
                </a:lnTo>
                <a:lnTo>
                  <a:pt x="1334185" y="4113060"/>
                </a:lnTo>
                <a:lnTo>
                  <a:pt x="1306258" y="4142676"/>
                </a:lnTo>
                <a:lnTo>
                  <a:pt x="1339380" y="4174579"/>
                </a:lnTo>
                <a:lnTo>
                  <a:pt x="1374686" y="4206240"/>
                </a:lnTo>
                <a:lnTo>
                  <a:pt x="1411998" y="4237558"/>
                </a:lnTo>
                <a:lnTo>
                  <a:pt x="1451178" y="4268444"/>
                </a:lnTo>
                <a:lnTo>
                  <a:pt x="1492021" y="4298772"/>
                </a:lnTo>
                <a:lnTo>
                  <a:pt x="1534388" y="4328477"/>
                </a:lnTo>
                <a:lnTo>
                  <a:pt x="1578114" y="4357433"/>
                </a:lnTo>
                <a:lnTo>
                  <a:pt x="1623021" y="4385551"/>
                </a:lnTo>
                <a:lnTo>
                  <a:pt x="1668945" y="4412729"/>
                </a:lnTo>
                <a:lnTo>
                  <a:pt x="1715731" y="4438866"/>
                </a:lnTo>
                <a:lnTo>
                  <a:pt x="1763191" y="4463872"/>
                </a:lnTo>
                <a:lnTo>
                  <a:pt x="1811185" y="4487646"/>
                </a:lnTo>
                <a:lnTo>
                  <a:pt x="1859534" y="4510075"/>
                </a:lnTo>
                <a:lnTo>
                  <a:pt x="1908060" y="4531068"/>
                </a:lnTo>
                <a:lnTo>
                  <a:pt x="1956625" y="4550524"/>
                </a:lnTo>
                <a:lnTo>
                  <a:pt x="1978329" y="4559782"/>
                </a:lnTo>
                <a:lnTo>
                  <a:pt x="1992287" y="4572520"/>
                </a:lnTo>
                <a:lnTo>
                  <a:pt x="1999754" y="4590275"/>
                </a:lnTo>
                <a:lnTo>
                  <a:pt x="2001964" y="4614507"/>
                </a:lnTo>
                <a:lnTo>
                  <a:pt x="2002586" y="4654918"/>
                </a:lnTo>
                <a:lnTo>
                  <a:pt x="2004961" y="4695812"/>
                </a:lnTo>
                <a:lnTo>
                  <a:pt x="2009838" y="4736706"/>
                </a:lnTo>
                <a:lnTo>
                  <a:pt x="2017966" y="4777105"/>
                </a:lnTo>
                <a:lnTo>
                  <a:pt x="2030450" y="4824603"/>
                </a:lnTo>
                <a:lnTo>
                  <a:pt x="2046211" y="4870234"/>
                </a:lnTo>
                <a:lnTo>
                  <a:pt x="2065083" y="4913922"/>
                </a:lnTo>
                <a:lnTo>
                  <a:pt x="2086876" y="4955565"/>
                </a:lnTo>
                <a:lnTo>
                  <a:pt x="2111451" y="4995075"/>
                </a:lnTo>
                <a:lnTo>
                  <a:pt x="2138616" y="5032362"/>
                </a:lnTo>
                <a:lnTo>
                  <a:pt x="2168207" y="5067312"/>
                </a:lnTo>
                <a:lnTo>
                  <a:pt x="2200071" y="5099850"/>
                </a:lnTo>
                <a:lnTo>
                  <a:pt x="2234031" y="5129885"/>
                </a:lnTo>
                <a:lnTo>
                  <a:pt x="2269909" y="5157305"/>
                </a:lnTo>
                <a:lnTo>
                  <a:pt x="2307552" y="5182032"/>
                </a:lnTo>
                <a:lnTo>
                  <a:pt x="2346782" y="5203964"/>
                </a:lnTo>
                <a:lnTo>
                  <a:pt x="2387447" y="5223014"/>
                </a:lnTo>
                <a:lnTo>
                  <a:pt x="2429357" y="5239080"/>
                </a:lnTo>
                <a:lnTo>
                  <a:pt x="2472359" y="5252072"/>
                </a:lnTo>
                <a:lnTo>
                  <a:pt x="2516276" y="5261889"/>
                </a:lnTo>
                <a:lnTo>
                  <a:pt x="2560942" y="5268442"/>
                </a:lnTo>
                <a:lnTo>
                  <a:pt x="2606205" y="5271643"/>
                </a:lnTo>
                <a:lnTo>
                  <a:pt x="2651874" y="5271401"/>
                </a:lnTo>
                <a:lnTo>
                  <a:pt x="2697797" y="5267604"/>
                </a:lnTo>
                <a:lnTo>
                  <a:pt x="2746159" y="5260683"/>
                </a:lnTo>
                <a:lnTo>
                  <a:pt x="2792996" y="5250637"/>
                </a:lnTo>
                <a:lnTo>
                  <a:pt x="2838221" y="5237594"/>
                </a:lnTo>
                <a:lnTo>
                  <a:pt x="2881719" y="5221656"/>
                </a:lnTo>
                <a:lnTo>
                  <a:pt x="2923413" y="5202936"/>
                </a:lnTo>
                <a:lnTo>
                  <a:pt x="2963227" y="5181549"/>
                </a:lnTo>
                <a:lnTo>
                  <a:pt x="3001060" y="5157622"/>
                </a:lnTo>
                <a:lnTo>
                  <a:pt x="3036824" y="5131244"/>
                </a:lnTo>
                <a:lnTo>
                  <a:pt x="3067545" y="5104993"/>
                </a:lnTo>
                <a:lnTo>
                  <a:pt x="3070352" y="5102606"/>
                </a:lnTo>
                <a:lnTo>
                  <a:pt x="3101810" y="5071605"/>
                </a:lnTo>
                <a:lnTo>
                  <a:pt x="3130842" y="5038572"/>
                </a:lnTo>
                <a:lnTo>
                  <a:pt x="3157461" y="5003546"/>
                </a:lnTo>
                <a:lnTo>
                  <a:pt x="3181578" y="4966640"/>
                </a:lnTo>
                <a:lnTo>
                  <a:pt x="3203092" y="4927968"/>
                </a:lnTo>
                <a:lnTo>
                  <a:pt x="3221926" y="4887646"/>
                </a:lnTo>
                <a:lnTo>
                  <a:pt x="3237979" y="4845761"/>
                </a:lnTo>
                <a:lnTo>
                  <a:pt x="3251187" y="4802467"/>
                </a:lnTo>
                <a:lnTo>
                  <a:pt x="3261436" y="4757839"/>
                </a:lnTo>
                <a:lnTo>
                  <a:pt x="3268649" y="4712005"/>
                </a:lnTo>
                <a:lnTo>
                  <a:pt x="3272739" y="4665078"/>
                </a:lnTo>
                <a:lnTo>
                  <a:pt x="3273602" y="4617161"/>
                </a:lnTo>
                <a:lnTo>
                  <a:pt x="3274695" y="4592853"/>
                </a:lnTo>
                <a:lnTo>
                  <a:pt x="3282277" y="4574527"/>
                </a:lnTo>
                <a:lnTo>
                  <a:pt x="3296856" y="4560201"/>
                </a:lnTo>
                <a:lnTo>
                  <a:pt x="3318954" y="4547857"/>
                </a:lnTo>
                <a:lnTo>
                  <a:pt x="3458032" y="4480039"/>
                </a:lnTo>
                <a:lnTo>
                  <a:pt x="3504387" y="4456722"/>
                </a:lnTo>
                <a:lnTo>
                  <a:pt x="3550589" y="4432947"/>
                </a:lnTo>
                <a:lnTo>
                  <a:pt x="3596551" y="4408652"/>
                </a:lnTo>
                <a:lnTo>
                  <a:pt x="3605225" y="4403915"/>
                </a:lnTo>
                <a:lnTo>
                  <a:pt x="3642182" y="4383760"/>
                </a:lnTo>
                <a:lnTo>
                  <a:pt x="3687381" y="4358208"/>
                </a:lnTo>
                <a:lnTo>
                  <a:pt x="3732085" y="4331932"/>
                </a:lnTo>
                <a:lnTo>
                  <a:pt x="3773932" y="4305173"/>
                </a:lnTo>
                <a:lnTo>
                  <a:pt x="3814457" y="4275963"/>
                </a:lnTo>
                <a:lnTo>
                  <a:pt x="3853954" y="4245064"/>
                </a:lnTo>
                <a:lnTo>
                  <a:pt x="3893248" y="4212882"/>
                </a:lnTo>
                <a:lnTo>
                  <a:pt x="3932402" y="4180332"/>
                </a:lnTo>
                <a:lnTo>
                  <a:pt x="3971988" y="4148010"/>
                </a:lnTo>
                <a:close/>
              </a:path>
              <a:path w="5275580" h="5271770">
                <a:moveTo>
                  <a:pt x="3995610" y="0"/>
                </a:moveTo>
                <a:lnTo>
                  <a:pt x="3833685" y="0"/>
                </a:lnTo>
                <a:lnTo>
                  <a:pt x="3833685" y="161925"/>
                </a:lnTo>
                <a:lnTo>
                  <a:pt x="3995610" y="161925"/>
                </a:lnTo>
                <a:lnTo>
                  <a:pt x="3995610" y="0"/>
                </a:lnTo>
                <a:close/>
              </a:path>
              <a:path w="5275580" h="5271770">
                <a:moveTo>
                  <a:pt x="4333557" y="0"/>
                </a:moveTo>
                <a:lnTo>
                  <a:pt x="4174807" y="0"/>
                </a:lnTo>
                <a:lnTo>
                  <a:pt x="4174807" y="161925"/>
                </a:lnTo>
                <a:lnTo>
                  <a:pt x="4333557" y="161925"/>
                </a:lnTo>
                <a:lnTo>
                  <a:pt x="4333557" y="0"/>
                </a:lnTo>
                <a:close/>
              </a:path>
              <a:path w="5275580" h="5271770">
                <a:moveTo>
                  <a:pt x="5275008" y="2062429"/>
                </a:moveTo>
                <a:lnTo>
                  <a:pt x="5272544" y="2011629"/>
                </a:lnTo>
                <a:lnTo>
                  <a:pt x="5265331" y="1960829"/>
                </a:lnTo>
                <a:lnTo>
                  <a:pt x="5253571" y="1910029"/>
                </a:lnTo>
                <a:lnTo>
                  <a:pt x="5237454" y="1871929"/>
                </a:lnTo>
                <a:lnTo>
                  <a:pt x="5217198" y="1833829"/>
                </a:lnTo>
                <a:lnTo>
                  <a:pt x="5193004" y="1795729"/>
                </a:lnTo>
                <a:lnTo>
                  <a:pt x="5165102" y="1757629"/>
                </a:lnTo>
                <a:lnTo>
                  <a:pt x="5133670" y="1732229"/>
                </a:lnTo>
                <a:lnTo>
                  <a:pt x="5098948" y="1706829"/>
                </a:lnTo>
                <a:lnTo>
                  <a:pt x="5061115" y="1681429"/>
                </a:lnTo>
                <a:lnTo>
                  <a:pt x="5020399" y="1656029"/>
                </a:lnTo>
                <a:lnTo>
                  <a:pt x="4977003" y="1643329"/>
                </a:lnTo>
                <a:lnTo>
                  <a:pt x="4931118" y="1630629"/>
                </a:lnTo>
                <a:lnTo>
                  <a:pt x="4882985" y="1617929"/>
                </a:lnTo>
                <a:lnTo>
                  <a:pt x="4590351" y="1617929"/>
                </a:lnTo>
                <a:lnTo>
                  <a:pt x="4641608" y="1605229"/>
                </a:lnTo>
                <a:lnTo>
                  <a:pt x="4688802" y="1579829"/>
                </a:lnTo>
                <a:lnTo>
                  <a:pt x="4731905" y="1554429"/>
                </a:lnTo>
                <a:lnTo>
                  <a:pt x="4770894" y="1516329"/>
                </a:lnTo>
                <a:lnTo>
                  <a:pt x="4805769" y="1490929"/>
                </a:lnTo>
                <a:lnTo>
                  <a:pt x="4836490" y="1465529"/>
                </a:lnTo>
                <a:lnTo>
                  <a:pt x="4845342" y="1452829"/>
                </a:lnTo>
                <a:lnTo>
                  <a:pt x="4863046" y="1427429"/>
                </a:lnTo>
                <a:lnTo>
                  <a:pt x="4885423" y="1389329"/>
                </a:lnTo>
                <a:lnTo>
                  <a:pt x="4903597" y="1351229"/>
                </a:lnTo>
                <a:lnTo>
                  <a:pt x="4917554" y="1313129"/>
                </a:lnTo>
                <a:lnTo>
                  <a:pt x="4927270" y="1275029"/>
                </a:lnTo>
                <a:lnTo>
                  <a:pt x="4932718" y="1236929"/>
                </a:lnTo>
                <a:lnTo>
                  <a:pt x="4933899" y="1186129"/>
                </a:lnTo>
                <a:lnTo>
                  <a:pt x="4930775" y="1148029"/>
                </a:lnTo>
                <a:lnTo>
                  <a:pt x="4923345" y="1097229"/>
                </a:lnTo>
                <a:lnTo>
                  <a:pt x="4910950" y="1059129"/>
                </a:lnTo>
                <a:lnTo>
                  <a:pt x="4893716" y="1008329"/>
                </a:lnTo>
                <a:lnTo>
                  <a:pt x="4871999" y="970229"/>
                </a:lnTo>
                <a:lnTo>
                  <a:pt x="4846155" y="932129"/>
                </a:lnTo>
                <a:lnTo>
                  <a:pt x="4816526" y="906729"/>
                </a:lnTo>
                <a:lnTo>
                  <a:pt x="4783493" y="868629"/>
                </a:lnTo>
                <a:lnTo>
                  <a:pt x="4766119" y="856411"/>
                </a:lnTo>
                <a:lnTo>
                  <a:pt x="4766119" y="1198829"/>
                </a:lnTo>
                <a:lnTo>
                  <a:pt x="4761992" y="1236929"/>
                </a:lnTo>
                <a:lnTo>
                  <a:pt x="4750105" y="1287729"/>
                </a:lnTo>
                <a:lnTo>
                  <a:pt x="4731182" y="1325829"/>
                </a:lnTo>
                <a:lnTo>
                  <a:pt x="4705947" y="1363929"/>
                </a:lnTo>
                <a:lnTo>
                  <a:pt x="4675111" y="1389329"/>
                </a:lnTo>
                <a:lnTo>
                  <a:pt x="4639411" y="1414729"/>
                </a:lnTo>
                <a:lnTo>
                  <a:pt x="4599571" y="1440129"/>
                </a:lnTo>
                <a:lnTo>
                  <a:pt x="4556303" y="1452829"/>
                </a:lnTo>
                <a:lnTo>
                  <a:pt x="4464278" y="1452829"/>
                </a:lnTo>
                <a:lnTo>
                  <a:pt x="4420794" y="1440129"/>
                </a:lnTo>
                <a:lnTo>
                  <a:pt x="4380662" y="1414729"/>
                </a:lnTo>
                <a:lnTo>
                  <a:pt x="4344682" y="1389329"/>
                </a:lnTo>
                <a:lnTo>
                  <a:pt x="4313631" y="1363929"/>
                </a:lnTo>
                <a:lnTo>
                  <a:pt x="4288307" y="1325829"/>
                </a:lnTo>
                <a:lnTo>
                  <a:pt x="4269486" y="1287729"/>
                </a:lnTo>
                <a:lnTo>
                  <a:pt x="4257980" y="1236929"/>
                </a:lnTo>
                <a:lnTo>
                  <a:pt x="4254563" y="1186129"/>
                </a:lnTo>
                <a:lnTo>
                  <a:pt x="4258678" y="1148029"/>
                </a:lnTo>
                <a:lnTo>
                  <a:pt x="4270565" y="1097229"/>
                </a:lnTo>
                <a:lnTo>
                  <a:pt x="4289488" y="1059129"/>
                </a:lnTo>
                <a:lnTo>
                  <a:pt x="4314723" y="1021029"/>
                </a:lnTo>
                <a:lnTo>
                  <a:pt x="4345559" y="995629"/>
                </a:lnTo>
                <a:lnTo>
                  <a:pt x="4381258" y="970229"/>
                </a:lnTo>
                <a:lnTo>
                  <a:pt x="4421098" y="957529"/>
                </a:lnTo>
                <a:lnTo>
                  <a:pt x="4464367" y="944829"/>
                </a:lnTo>
                <a:lnTo>
                  <a:pt x="4510341" y="932129"/>
                </a:lnTo>
                <a:lnTo>
                  <a:pt x="4557001" y="944829"/>
                </a:lnTo>
                <a:lnTo>
                  <a:pt x="4600638" y="957529"/>
                </a:lnTo>
                <a:lnTo>
                  <a:pt x="4640605" y="970229"/>
                </a:lnTo>
                <a:lnTo>
                  <a:pt x="4676216" y="995629"/>
                </a:lnTo>
                <a:lnTo>
                  <a:pt x="4706823" y="1033729"/>
                </a:lnTo>
                <a:lnTo>
                  <a:pt x="4731778" y="1059129"/>
                </a:lnTo>
                <a:lnTo>
                  <a:pt x="4750409" y="1109929"/>
                </a:lnTo>
                <a:lnTo>
                  <a:pt x="4762081" y="1148029"/>
                </a:lnTo>
                <a:lnTo>
                  <a:pt x="4766119" y="1198829"/>
                </a:lnTo>
                <a:lnTo>
                  <a:pt x="4766119" y="856411"/>
                </a:lnTo>
                <a:lnTo>
                  <a:pt x="4747387" y="843229"/>
                </a:lnTo>
                <a:lnTo>
                  <a:pt x="4708563" y="817829"/>
                </a:lnTo>
                <a:lnTo>
                  <a:pt x="4667402" y="805129"/>
                </a:lnTo>
                <a:lnTo>
                  <a:pt x="4624235" y="779729"/>
                </a:lnTo>
                <a:lnTo>
                  <a:pt x="4579429" y="779729"/>
                </a:lnTo>
                <a:lnTo>
                  <a:pt x="4533354" y="767029"/>
                </a:lnTo>
                <a:lnTo>
                  <a:pt x="4486338" y="767029"/>
                </a:lnTo>
                <a:lnTo>
                  <a:pt x="4392447" y="792429"/>
                </a:lnTo>
                <a:lnTo>
                  <a:pt x="4348391" y="805129"/>
                </a:lnTo>
                <a:lnTo>
                  <a:pt x="4306671" y="817829"/>
                </a:lnTo>
                <a:lnTo>
                  <a:pt x="4267593" y="843229"/>
                </a:lnTo>
                <a:lnTo>
                  <a:pt x="4231449" y="881329"/>
                </a:lnTo>
                <a:lnTo>
                  <a:pt x="4198569" y="906729"/>
                </a:lnTo>
                <a:lnTo>
                  <a:pt x="4169245" y="944829"/>
                </a:lnTo>
                <a:lnTo>
                  <a:pt x="4143768" y="982929"/>
                </a:lnTo>
                <a:lnTo>
                  <a:pt x="4122483" y="1021029"/>
                </a:lnTo>
                <a:lnTo>
                  <a:pt x="4105656" y="1071829"/>
                </a:lnTo>
                <a:lnTo>
                  <a:pt x="4093616" y="1109929"/>
                </a:lnTo>
                <a:lnTo>
                  <a:pt x="4086669" y="1160729"/>
                </a:lnTo>
                <a:lnTo>
                  <a:pt x="4085221" y="1211529"/>
                </a:lnTo>
                <a:lnTo>
                  <a:pt x="4089336" y="1262329"/>
                </a:lnTo>
                <a:lnTo>
                  <a:pt x="4098747" y="1300429"/>
                </a:lnTo>
                <a:lnTo>
                  <a:pt x="4113250" y="1351229"/>
                </a:lnTo>
                <a:lnTo>
                  <a:pt x="4132618" y="1389329"/>
                </a:lnTo>
                <a:lnTo>
                  <a:pt x="4156633" y="1427429"/>
                </a:lnTo>
                <a:lnTo>
                  <a:pt x="4185056" y="1465529"/>
                </a:lnTo>
                <a:lnTo>
                  <a:pt x="4217682" y="1503629"/>
                </a:lnTo>
                <a:lnTo>
                  <a:pt x="4254258" y="1529029"/>
                </a:lnTo>
                <a:lnTo>
                  <a:pt x="4294594" y="1554429"/>
                </a:lnTo>
                <a:lnTo>
                  <a:pt x="4338434" y="1579829"/>
                </a:lnTo>
                <a:lnTo>
                  <a:pt x="4385576" y="1605229"/>
                </a:lnTo>
                <a:lnTo>
                  <a:pt x="4435792" y="1617929"/>
                </a:lnTo>
                <a:lnTo>
                  <a:pt x="4129138" y="1617929"/>
                </a:lnTo>
                <a:lnTo>
                  <a:pt x="4082719" y="1630629"/>
                </a:lnTo>
                <a:lnTo>
                  <a:pt x="4038320" y="1643329"/>
                </a:lnTo>
                <a:lnTo>
                  <a:pt x="3996169" y="1656029"/>
                </a:lnTo>
                <a:lnTo>
                  <a:pt x="3956494" y="1681429"/>
                </a:lnTo>
                <a:lnTo>
                  <a:pt x="3919499" y="1706829"/>
                </a:lnTo>
                <a:lnTo>
                  <a:pt x="3885450" y="1732229"/>
                </a:lnTo>
                <a:lnTo>
                  <a:pt x="3854551" y="1757629"/>
                </a:lnTo>
                <a:lnTo>
                  <a:pt x="3827030" y="1795729"/>
                </a:lnTo>
                <a:lnTo>
                  <a:pt x="3803116" y="1833829"/>
                </a:lnTo>
                <a:lnTo>
                  <a:pt x="3783038" y="1871929"/>
                </a:lnTo>
                <a:lnTo>
                  <a:pt x="3767036" y="1910029"/>
                </a:lnTo>
                <a:lnTo>
                  <a:pt x="3755313" y="1960829"/>
                </a:lnTo>
                <a:lnTo>
                  <a:pt x="3748113" y="1998929"/>
                </a:lnTo>
                <a:lnTo>
                  <a:pt x="3745674" y="2049729"/>
                </a:lnTo>
                <a:lnTo>
                  <a:pt x="3745674" y="3103829"/>
                </a:lnTo>
                <a:lnTo>
                  <a:pt x="3746081" y="3116529"/>
                </a:lnTo>
                <a:lnTo>
                  <a:pt x="3747922" y="3141929"/>
                </a:lnTo>
                <a:lnTo>
                  <a:pt x="3748341" y="3154629"/>
                </a:lnTo>
                <a:lnTo>
                  <a:pt x="3929570" y="3154629"/>
                </a:lnTo>
                <a:lnTo>
                  <a:pt x="3920172" y="3205429"/>
                </a:lnTo>
                <a:lnTo>
                  <a:pt x="3910685" y="3256229"/>
                </a:lnTo>
                <a:lnTo>
                  <a:pt x="3901109" y="3294329"/>
                </a:lnTo>
                <a:lnTo>
                  <a:pt x="3891445" y="3345129"/>
                </a:lnTo>
                <a:lnTo>
                  <a:pt x="3881704" y="3395929"/>
                </a:lnTo>
                <a:lnTo>
                  <a:pt x="3871899" y="3446729"/>
                </a:lnTo>
                <a:lnTo>
                  <a:pt x="3862057" y="3497529"/>
                </a:lnTo>
                <a:lnTo>
                  <a:pt x="3832275" y="3649929"/>
                </a:lnTo>
                <a:lnTo>
                  <a:pt x="3812349" y="3751529"/>
                </a:lnTo>
                <a:lnTo>
                  <a:pt x="4086669" y="3751529"/>
                </a:lnTo>
                <a:lnTo>
                  <a:pt x="4086669" y="4589729"/>
                </a:lnTo>
                <a:lnTo>
                  <a:pt x="4934013" y="4589742"/>
                </a:lnTo>
                <a:lnTo>
                  <a:pt x="4934013" y="4424629"/>
                </a:lnTo>
                <a:lnTo>
                  <a:pt x="4934013" y="4259529"/>
                </a:lnTo>
                <a:lnTo>
                  <a:pt x="4934013" y="4081729"/>
                </a:lnTo>
                <a:lnTo>
                  <a:pt x="4934013" y="3751529"/>
                </a:lnTo>
                <a:lnTo>
                  <a:pt x="5205793" y="3751529"/>
                </a:lnTo>
                <a:lnTo>
                  <a:pt x="5195836" y="3700729"/>
                </a:lnTo>
                <a:lnTo>
                  <a:pt x="5185994" y="3649929"/>
                </a:lnTo>
                <a:lnTo>
                  <a:pt x="5176215" y="3599129"/>
                </a:lnTo>
                <a:lnTo>
                  <a:pt x="5171364" y="3573729"/>
                </a:lnTo>
                <a:lnTo>
                  <a:pt x="5166512" y="3548329"/>
                </a:lnTo>
                <a:lnTo>
                  <a:pt x="5127841" y="3345129"/>
                </a:lnTo>
                <a:lnTo>
                  <a:pt x="5108359" y="3243529"/>
                </a:lnTo>
                <a:lnTo>
                  <a:pt x="5098516" y="3205429"/>
                </a:lnTo>
                <a:lnTo>
                  <a:pt x="5088572" y="3154629"/>
                </a:lnTo>
                <a:lnTo>
                  <a:pt x="5275008" y="3154629"/>
                </a:lnTo>
                <a:lnTo>
                  <a:pt x="5275008" y="2976842"/>
                </a:lnTo>
                <a:lnTo>
                  <a:pt x="5053901" y="2976829"/>
                </a:lnTo>
                <a:lnTo>
                  <a:pt x="5043767" y="2926029"/>
                </a:lnTo>
                <a:lnTo>
                  <a:pt x="5033099" y="2875229"/>
                </a:lnTo>
                <a:lnTo>
                  <a:pt x="5022126" y="2824429"/>
                </a:lnTo>
                <a:lnTo>
                  <a:pt x="5011090" y="2773629"/>
                </a:lnTo>
                <a:lnTo>
                  <a:pt x="5000231" y="2722829"/>
                </a:lnTo>
                <a:lnTo>
                  <a:pt x="4989779" y="2672029"/>
                </a:lnTo>
                <a:lnTo>
                  <a:pt x="4980000" y="2621229"/>
                </a:lnTo>
                <a:lnTo>
                  <a:pt x="4971097" y="2570429"/>
                </a:lnTo>
                <a:lnTo>
                  <a:pt x="4963350" y="2519629"/>
                </a:lnTo>
                <a:lnTo>
                  <a:pt x="4956695" y="2468829"/>
                </a:lnTo>
                <a:lnTo>
                  <a:pt x="4950892" y="2418029"/>
                </a:lnTo>
                <a:lnTo>
                  <a:pt x="4945761" y="2367229"/>
                </a:lnTo>
                <a:lnTo>
                  <a:pt x="4941163" y="2316429"/>
                </a:lnTo>
                <a:lnTo>
                  <a:pt x="4936934" y="2252929"/>
                </a:lnTo>
                <a:lnTo>
                  <a:pt x="4932921" y="2202129"/>
                </a:lnTo>
                <a:lnTo>
                  <a:pt x="4928971" y="2151329"/>
                </a:lnTo>
                <a:lnTo>
                  <a:pt x="4924945" y="2100529"/>
                </a:lnTo>
                <a:lnTo>
                  <a:pt x="4920678" y="2049729"/>
                </a:lnTo>
                <a:lnTo>
                  <a:pt x="4766119" y="2049729"/>
                </a:lnTo>
                <a:lnTo>
                  <a:pt x="4767288" y="2100529"/>
                </a:lnTo>
                <a:lnTo>
                  <a:pt x="4767529" y="2138629"/>
                </a:lnTo>
                <a:lnTo>
                  <a:pt x="4767592" y="2202129"/>
                </a:lnTo>
                <a:lnTo>
                  <a:pt x="4767783" y="2252929"/>
                </a:lnTo>
                <a:lnTo>
                  <a:pt x="4768697" y="2303729"/>
                </a:lnTo>
                <a:lnTo>
                  <a:pt x="4770856" y="2354529"/>
                </a:lnTo>
                <a:lnTo>
                  <a:pt x="4774793" y="2405329"/>
                </a:lnTo>
                <a:lnTo>
                  <a:pt x="4781042" y="2468829"/>
                </a:lnTo>
                <a:lnTo>
                  <a:pt x="4790122" y="2519629"/>
                </a:lnTo>
                <a:lnTo>
                  <a:pt x="4800714" y="2557729"/>
                </a:lnTo>
                <a:lnTo>
                  <a:pt x="4811166" y="2608529"/>
                </a:lnTo>
                <a:lnTo>
                  <a:pt x="4821504" y="2659329"/>
                </a:lnTo>
                <a:lnTo>
                  <a:pt x="4831727" y="2710129"/>
                </a:lnTo>
                <a:lnTo>
                  <a:pt x="4841837" y="2760929"/>
                </a:lnTo>
                <a:lnTo>
                  <a:pt x="4851857" y="2811729"/>
                </a:lnTo>
                <a:lnTo>
                  <a:pt x="4861801" y="2862529"/>
                </a:lnTo>
                <a:lnTo>
                  <a:pt x="4871656" y="2900629"/>
                </a:lnTo>
                <a:lnTo>
                  <a:pt x="4881461" y="2951429"/>
                </a:lnTo>
                <a:lnTo>
                  <a:pt x="4891202" y="3002229"/>
                </a:lnTo>
                <a:lnTo>
                  <a:pt x="4900917" y="3053029"/>
                </a:lnTo>
                <a:lnTo>
                  <a:pt x="4910594" y="3103829"/>
                </a:lnTo>
                <a:lnTo>
                  <a:pt x="4939538" y="3256229"/>
                </a:lnTo>
                <a:lnTo>
                  <a:pt x="4958867" y="3345129"/>
                </a:lnTo>
                <a:lnTo>
                  <a:pt x="4968583" y="3395929"/>
                </a:lnTo>
                <a:lnTo>
                  <a:pt x="4978336" y="3446729"/>
                </a:lnTo>
                <a:lnTo>
                  <a:pt x="4988141" y="3497529"/>
                </a:lnTo>
                <a:lnTo>
                  <a:pt x="4998021" y="3548329"/>
                </a:lnTo>
                <a:lnTo>
                  <a:pt x="4999177" y="3548329"/>
                </a:lnTo>
                <a:lnTo>
                  <a:pt x="4999520" y="3561029"/>
                </a:lnTo>
                <a:lnTo>
                  <a:pt x="5000688" y="3573729"/>
                </a:lnTo>
                <a:lnTo>
                  <a:pt x="4763452" y="3573729"/>
                </a:lnTo>
                <a:lnTo>
                  <a:pt x="4763452" y="3751529"/>
                </a:lnTo>
                <a:lnTo>
                  <a:pt x="4763452" y="4081729"/>
                </a:lnTo>
                <a:lnTo>
                  <a:pt x="4763452" y="4259529"/>
                </a:lnTo>
                <a:lnTo>
                  <a:pt x="4763452" y="4424629"/>
                </a:lnTo>
                <a:lnTo>
                  <a:pt x="4598352" y="4424629"/>
                </a:lnTo>
                <a:lnTo>
                  <a:pt x="4598352" y="4259529"/>
                </a:lnTo>
                <a:lnTo>
                  <a:pt x="4763452" y="4259529"/>
                </a:lnTo>
                <a:lnTo>
                  <a:pt x="4763452" y="4081729"/>
                </a:lnTo>
                <a:lnTo>
                  <a:pt x="4598352" y="4081729"/>
                </a:lnTo>
                <a:lnTo>
                  <a:pt x="4598352" y="3751529"/>
                </a:lnTo>
                <a:lnTo>
                  <a:pt x="4763452" y="3751529"/>
                </a:lnTo>
                <a:lnTo>
                  <a:pt x="4763452" y="3573729"/>
                </a:lnTo>
                <a:lnTo>
                  <a:pt x="4422457" y="3573729"/>
                </a:lnTo>
                <a:lnTo>
                  <a:pt x="4422457" y="3751529"/>
                </a:lnTo>
                <a:lnTo>
                  <a:pt x="4422457" y="4081729"/>
                </a:lnTo>
                <a:lnTo>
                  <a:pt x="4422457" y="4259529"/>
                </a:lnTo>
                <a:lnTo>
                  <a:pt x="4422457" y="4424629"/>
                </a:lnTo>
                <a:lnTo>
                  <a:pt x="4257230" y="4424629"/>
                </a:lnTo>
                <a:lnTo>
                  <a:pt x="4257230" y="4259529"/>
                </a:lnTo>
                <a:lnTo>
                  <a:pt x="4422457" y="4259529"/>
                </a:lnTo>
                <a:lnTo>
                  <a:pt x="4422457" y="4081729"/>
                </a:lnTo>
                <a:lnTo>
                  <a:pt x="4254563" y="4081729"/>
                </a:lnTo>
                <a:lnTo>
                  <a:pt x="4254563" y="3751529"/>
                </a:lnTo>
                <a:lnTo>
                  <a:pt x="4422457" y="3751529"/>
                </a:lnTo>
                <a:lnTo>
                  <a:pt x="4422457" y="3573729"/>
                </a:lnTo>
                <a:lnTo>
                  <a:pt x="4017454" y="3573729"/>
                </a:lnTo>
                <a:lnTo>
                  <a:pt x="4027919" y="3522929"/>
                </a:lnTo>
                <a:lnTo>
                  <a:pt x="4038092" y="3472129"/>
                </a:lnTo>
                <a:lnTo>
                  <a:pt x="4058107" y="3370529"/>
                </a:lnTo>
                <a:lnTo>
                  <a:pt x="4068241" y="3319729"/>
                </a:lnTo>
                <a:lnTo>
                  <a:pt x="4078668" y="3268929"/>
                </a:lnTo>
                <a:lnTo>
                  <a:pt x="4088777" y="3218129"/>
                </a:lnTo>
                <a:lnTo>
                  <a:pt x="4099102" y="3167329"/>
                </a:lnTo>
                <a:lnTo>
                  <a:pt x="4109580" y="3116529"/>
                </a:lnTo>
                <a:lnTo>
                  <a:pt x="4120159" y="3065729"/>
                </a:lnTo>
                <a:lnTo>
                  <a:pt x="4136136" y="2989529"/>
                </a:lnTo>
                <a:lnTo>
                  <a:pt x="4152100" y="2913329"/>
                </a:lnTo>
                <a:lnTo>
                  <a:pt x="4162653" y="2862529"/>
                </a:lnTo>
                <a:lnTo>
                  <a:pt x="4173080" y="2811729"/>
                </a:lnTo>
                <a:lnTo>
                  <a:pt x="4183329" y="2760929"/>
                </a:lnTo>
                <a:lnTo>
                  <a:pt x="4193362" y="2710129"/>
                </a:lnTo>
                <a:lnTo>
                  <a:pt x="4203128" y="2659329"/>
                </a:lnTo>
                <a:lnTo>
                  <a:pt x="4212577" y="2608529"/>
                </a:lnTo>
                <a:lnTo>
                  <a:pt x="4221658" y="2557729"/>
                </a:lnTo>
                <a:lnTo>
                  <a:pt x="4230332" y="2506929"/>
                </a:lnTo>
                <a:lnTo>
                  <a:pt x="4238561" y="2456129"/>
                </a:lnTo>
                <a:lnTo>
                  <a:pt x="4244797" y="2405329"/>
                </a:lnTo>
                <a:lnTo>
                  <a:pt x="4247972" y="2354529"/>
                </a:lnTo>
                <a:lnTo>
                  <a:pt x="4248772" y="2303729"/>
                </a:lnTo>
                <a:lnTo>
                  <a:pt x="4247883" y="2252929"/>
                </a:lnTo>
                <a:lnTo>
                  <a:pt x="4246003" y="2202129"/>
                </a:lnTo>
                <a:lnTo>
                  <a:pt x="4243806" y="2151329"/>
                </a:lnTo>
                <a:lnTo>
                  <a:pt x="4241978" y="2100529"/>
                </a:lnTo>
                <a:lnTo>
                  <a:pt x="4241228" y="2049729"/>
                </a:lnTo>
                <a:lnTo>
                  <a:pt x="4081335" y="2049729"/>
                </a:lnTo>
                <a:lnTo>
                  <a:pt x="4086123" y="2100529"/>
                </a:lnTo>
                <a:lnTo>
                  <a:pt x="4088815" y="2151329"/>
                </a:lnTo>
                <a:lnTo>
                  <a:pt x="4089565" y="2202129"/>
                </a:lnTo>
                <a:lnTo>
                  <a:pt x="4088536" y="2252929"/>
                </a:lnTo>
                <a:lnTo>
                  <a:pt x="4085869" y="2303729"/>
                </a:lnTo>
                <a:lnTo>
                  <a:pt x="4081754" y="2341829"/>
                </a:lnTo>
                <a:lnTo>
                  <a:pt x="4076319" y="2392629"/>
                </a:lnTo>
                <a:lnTo>
                  <a:pt x="4069740" y="2443429"/>
                </a:lnTo>
                <a:lnTo>
                  <a:pt x="4062171" y="2494229"/>
                </a:lnTo>
                <a:lnTo>
                  <a:pt x="4053763" y="2545029"/>
                </a:lnTo>
                <a:lnTo>
                  <a:pt x="4044683" y="2595829"/>
                </a:lnTo>
                <a:lnTo>
                  <a:pt x="4035082" y="2633929"/>
                </a:lnTo>
                <a:lnTo>
                  <a:pt x="4025125" y="2684729"/>
                </a:lnTo>
                <a:lnTo>
                  <a:pt x="4014978" y="2735529"/>
                </a:lnTo>
                <a:lnTo>
                  <a:pt x="4004780" y="2786329"/>
                </a:lnTo>
                <a:lnTo>
                  <a:pt x="3994708" y="2837129"/>
                </a:lnTo>
                <a:lnTo>
                  <a:pt x="3984917" y="2875229"/>
                </a:lnTo>
                <a:lnTo>
                  <a:pt x="3975544" y="2926029"/>
                </a:lnTo>
                <a:lnTo>
                  <a:pt x="3966781" y="2976829"/>
                </a:lnTo>
                <a:lnTo>
                  <a:pt x="3930878" y="2976829"/>
                </a:lnTo>
                <a:lnTo>
                  <a:pt x="3918902" y="2989529"/>
                </a:lnTo>
                <a:lnTo>
                  <a:pt x="3913568" y="2964129"/>
                </a:lnTo>
                <a:lnTo>
                  <a:pt x="3913441" y="2837129"/>
                </a:lnTo>
                <a:lnTo>
                  <a:pt x="3913314" y="2773629"/>
                </a:lnTo>
                <a:lnTo>
                  <a:pt x="3913213" y="2735529"/>
                </a:lnTo>
                <a:lnTo>
                  <a:pt x="3913149" y="2710129"/>
                </a:lnTo>
                <a:lnTo>
                  <a:pt x="3913035" y="2672029"/>
                </a:lnTo>
                <a:lnTo>
                  <a:pt x="3912933" y="2633929"/>
                </a:lnTo>
                <a:lnTo>
                  <a:pt x="3912832" y="2595829"/>
                </a:lnTo>
                <a:lnTo>
                  <a:pt x="3912717" y="2557729"/>
                </a:lnTo>
                <a:lnTo>
                  <a:pt x="3912641" y="2189429"/>
                </a:lnTo>
                <a:lnTo>
                  <a:pt x="3912806" y="2151329"/>
                </a:lnTo>
                <a:lnTo>
                  <a:pt x="3912857" y="2138629"/>
                </a:lnTo>
                <a:lnTo>
                  <a:pt x="3913086" y="2100529"/>
                </a:lnTo>
                <a:lnTo>
                  <a:pt x="3913162" y="2087829"/>
                </a:lnTo>
                <a:lnTo>
                  <a:pt x="3913365" y="2062429"/>
                </a:lnTo>
                <a:lnTo>
                  <a:pt x="3913467" y="2049729"/>
                </a:lnTo>
                <a:lnTo>
                  <a:pt x="3913568" y="2037029"/>
                </a:lnTo>
                <a:lnTo>
                  <a:pt x="3918864" y="1986229"/>
                </a:lnTo>
                <a:lnTo>
                  <a:pt x="3933964" y="1935429"/>
                </a:lnTo>
                <a:lnTo>
                  <a:pt x="3957675" y="1897329"/>
                </a:lnTo>
                <a:lnTo>
                  <a:pt x="3988828" y="1859229"/>
                </a:lnTo>
                <a:lnTo>
                  <a:pt x="4026217" y="1833829"/>
                </a:lnTo>
                <a:lnTo>
                  <a:pt x="4068673" y="1808429"/>
                </a:lnTo>
                <a:lnTo>
                  <a:pt x="4114990" y="1795729"/>
                </a:lnTo>
                <a:lnTo>
                  <a:pt x="4164012" y="1783029"/>
                </a:lnTo>
                <a:lnTo>
                  <a:pt x="4856797" y="1783029"/>
                </a:lnTo>
                <a:lnTo>
                  <a:pt x="4906454" y="1795729"/>
                </a:lnTo>
                <a:lnTo>
                  <a:pt x="4952873" y="1808429"/>
                </a:lnTo>
                <a:lnTo>
                  <a:pt x="4995049" y="1833829"/>
                </a:lnTo>
                <a:lnTo>
                  <a:pt x="5031968" y="1859229"/>
                </a:lnTo>
                <a:lnTo>
                  <a:pt x="5062652" y="1897329"/>
                </a:lnTo>
                <a:lnTo>
                  <a:pt x="5086083" y="1935429"/>
                </a:lnTo>
                <a:lnTo>
                  <a:pt x="5101285" y="1986229"/>
                </a:lnTo>
                <a:lnTo>
                  <a:pt x="5107241" y="2037029"/>
                </a:lnTo>
                <a:lnTo>
                  <a:pt x="5107241" y="2964129"/>
                </a:lnTo>
                <a:lnTo>
                  <a:pt x="5104574" y="2964129"/>
                </a:lnTo>
                <a:lnTo>
                  <a:pt x="5104574" y="2976829"/>
                </a:lnTo>
                <a:lnTo>
                  <a:pt x="5275008" y="2976842"/>
                </a:lnTo>
                <a:lnTo>
                  <a:pt x="5275008" y="2062429"/>
                </a:lnTo>
                <a:close/>
              </a:path>
            </a:pathLst>
          </a:custGeom>
          <a:solidFill>
            <a:srgbClr val="6E6E77">
              <a:alpha val="290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2140" y="2609063"/>
            <a:ext cx="4107179" cy="17265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0485" marR="66675" indent="1905" algn="ctr">
              <a:lnSpc>
                <a:spcPct val="113900"/>
              </a:lnSpc>
              <a:spcBef>
                <a:spcPts val="90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leaders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imagination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innovation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convert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constraints</a:t>
            </a:r>
            <a:r>
              <a:rPr sz="14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resources</a:t>
            </a:r>
            <a:r>
              <a:rPr sz="14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as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opportunities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create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better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ways</a:t>
            </a:r>
            <a:r>
              <a:rPr sz="14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 doing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things.</a:t>
            </a:r>
            <a:endParaRPr sz="1400">
              <a:latin typeface="Arial MT"/>
              <a:cs typeface="Arial MT"/>
            </a:endParaRPr>
          </a:p>
          <a:p>
            <a:pPr marL="81280" marR="73660" algn="ctr">
              <a:lnSpc>
                <a:spcPts val="1920"/>
              </a:lnSpc>
              <a:spcBef>
                <a:spcPts val="95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resources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prudently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increase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costs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timelines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without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weighing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benefits.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Leaders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conscious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increasing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productivity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strive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accomplish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more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 less.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91029" y="4504438"/>
            <a:ext cx="548640" cy="45720"/>
          </a:xfrm>
          <a:custGeom>
            <a:avLst/>
            <a:gdLst/>
            <a:ahLst/>
            <a:cxnLst/>
            <a:rect l="l" t="t" r="r" b="b"/>
            <a:pathLst>
              <a:path w="548639" h="45720">
                <a:moveTo>
                  <a:pt x="548640" y="0"/>
                </a:moveTo>
                <a:lnTo>
                  <a:pt x="0" y="0"/>
                </a:lnTo>
                <a:lnTo>
                  <a:pt x="0" y="45718"/>
                </a:lnTo>
                <a:lnTo>
                  <a:pt x="548640" y="45718"/>
                </a:lnTo>
                <a:lnTo>
                  <a:pt x="5486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3979" y="1803400"/>
            <a:ext cx="4643120" cy="4895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3635"/>
              </a:lnSpc>
            </a:pPr>
            <a:r>
              <a:rPr spc="-10"/>
              <a:t>RESOURCEFULNESS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371E89E0-6424-051C-C6C7-B2A5A7B43ADC}"/>
              </a:ext>
            </a:extLst>
          </p:cNvPr>
          <p:cNvSpPr txBox="1">
            <a:spLocks/>
          </p:cNvSpPr>
          <p:nvPr/>
        </p:nvSpPr>
        <p:spPr>
          <a:xfrm>
            <a:off x="345440" y="431800"/>
            <a:ext cx="4643120" cy="4895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20320">
              <a:lnSpc>
                <a:spcPts val="3635"/>
              </a:lnSpc>
            </a:pPr>
            <a:r>
              <a:rPr lang="en-IN" spc="-10"/>
              <a:t>RESOURCEFULNESS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AD74F-27C6-CEB2-E812-5C2833087A25}"/>
              </a:ext>
            </a:extLst>
          </p:cNvPr>
          <p:cNvSpPr txBox="1"/>
          <p:nvPr/>
        </p:nvSpPr>
        <p:spPr>
          <a:xfrm>
            <a:off x="2057400" y="96520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1EC980-56EC-765F-1C47-9C0CE0FC0944}"/>
              </a:ext>
            </a:extLst>
          </p:cNvPr>
          <p:cNvSpPr txBox="1"/>
          <p:nvPr/>
        </p:nvSpPr>
        <p:spPr>
          <a:xfrm>
            <a:off x="345441" y="1733689"/>
            <a:ext cx="46431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lphaUcPeriod"/>
            </a:pPr>
            <a:r>
              <a:rPr lang="en-IN" sz="2400" b="0" i="0" u="none" strike="noStrike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Resources are our most precious asset</a:t>
            </a: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b="0" i="0" u="none" strike="noStrike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I used resources prudently and did not increase costs or timelines without weighing benefits</a:t>
            </a: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b="0" i="0" u="none" strike="noStrike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I strived to increase productivity and tried to accomplish more with less</a:t>
            </a: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b="0" i="0" u="none" strike="noStrike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We need to be resourceful in our dealings with team members</a:t>
            </a:r>
          </a:p>
          <a:p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9" name="Graphic 8" descr="Questions with solid fill">
            <a:extLst>
              <a:ext uri="{FF2B5EF4-FFF2-40B4-BE49-F238E27FC236}">
                <a16:creationId xmlns:a16="http://schemas.microsoft.com/office/drawing/2014/main" id="{593485B7-B74E-BE9F-F20F-C2F6952906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2759" y="1047889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992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E22D260E-73B9-2E2C-C4E0-CC7E8E6529C9}"/>
              </a:ext>
            </a:extLst>
          </p:cNvPr>
          <p:cNvSpPr txBox="1">
            <a:spLocks/>
          </p:cNvSpPr>
          <p:nvPr/>
        </p:nvSpPr>
        <p:spPr>
          <a:xfrm>
            <a:off x="345440" y="431800"/>
            <a:ext cx="4643120" cy="4895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20320">
              <a:lnSpc>
                <a:spcPts val="3635"/>
              </a:lnSpc>
            </a:pPr>
            <a:r>
              <a:rPr lang="en-IN" spc="-10"/>
              <a:t>RESOURCEFULNESS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8B3DF-2171-B9C5-68A2-CB2BDBF7CC54}"/>
              </a:ext>
            </a:extLst>
          </p:cNvPr>
          <p:cNvSpPr txBox="1"/>
          <p:nvPr/>
        </p:nvSpPr>
        <p:spPr>
          <a:xfrm>
            <a:off x="2057400" y="96520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4015E2-5E0E-CF8D-7DDE-5BBF5844A677}"/>
              </a:ext>
            </a:extLst>
          </p:cNvPr>
          <p:cNvSpPr txBox="1"/>
          <p:nvPr/>
        </p:nvSpPr>
        <p:spPr>
          <a:xfrm>
            <a:off x="345441" y="1886089"/>
            <a:ext cx="46431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lphaUcPeriod"/>
            </a:pPr>
            <a:r>
              <a:rPr lang="en-IN" sz="2400" b="0" i="0" u="none" strike="noStrike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Resources are our most precious asset</a:t>
            </a: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b="0" i="0" u="none" strike="noStrike">
                <a:solidFill>
                  <a:srgbClr val="00B050"/>
                </a:solidFill>
                <a:effectLst/>
                <a:latin typeface="Aptos Narrow" panose="020B0004020202020204" pitchFamily="34" charset="0"/>
              </a:rPr>
              <a:t>I used resources prudently and did not increase costs or timelines without weighing benefits</a:t>
            </a: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rgbClr val="00B050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b="0" i="0" u="none" strike="noStrike">
                <a:solidFill>
                  <a:srgbClr val="00B050"/>
                </a:solidFill>
                <a:effectLst/>
                <a:latin typeface="Aptos Narrow" panose="020B0004020202020204" pitchFamily="34" charset="0"/>
              </a:rPr>
              <a:t>I strived to increase productivity and tried to accomplish more with less</a:t>
            </a: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b="0" i="0" u="none" strike="noStrike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We need to be resourceful in our dealings with team members</a:t>
            </a:r>
          </a:p>
          <a:p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3" name="Graphic 2" descr="Customer review with solid fill">
            <a:extLst>
              <a:ext uri="{FF2B5EF4-FFF2-40B4-BE49-F238E27FC236}">
                <a16:creationId xmlns:a16="http://schemas.microsoft.com/office/drawing/2014/main" id="{52E84C5E-6984-DBCA-0E0C-71788CACEF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61993" y="1190447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747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FD3776-6077-7450-9D04-53EDDC91906D}"/>
              </a:ext>
            </a:extLst>
          </p:cNvPr>
          <p:cNvSpPr txBox="1"/>
          <p:nvPr/>
        </p:nvSpPr>
        <p:spPr>
          <a:xfrm>
            <a:off x="533400" y="1712079"/>
            <a:ext cx="45719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Mid-project, Ramesh realized vendor delays would push timelines. Instead of requesting a budget increase, he restructured the workflow to overlap key tasks, used internal resources more efficiently, and leveraged existing tools for collaboration.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The project finished on time—without extra cost. His efficiency turned a potential delay into a productivity win.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65B149-E5F4-B1FB-22A6-AD68B95572A8}"/>
              </a:ext>
            </a:extLst>
          </p:cNvPr>
          <p:cNvSpPr txBox="1"/>
          <p:nvPr/>
        </p:nvSpPr>
        <p:spPr>
          <a:xfrm>
            <a:off x="1975143" y="1250414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Situation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88DA8CB-2E11-47BE-2DCE-6B7646C74E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8191" y="279400"/>
            <a:ext cx="4643120" cy="4895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3635"/>
              </a:lnSpc>
            </a:pPr>
            <a:r>
              <a:rPr spc="-10"/>
              <a:t>RESOURCEFULNESS</a:t>
            </a:r>
          </a:p>
        </p:txBody>
      </p:sp>
    </p:spTree>
    <p:extLst>
      <p:ext uri="{BB962C8B-B14F-4D97-AF65-F5344CB8AC3E}">
        <p14:creationId xmlns:p14="http://schemas.microsoft.com/office/powerpoint/2010/main" val="18165261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1D2A4F-A258-13CC-E781-74E794F5AEB4}"/>
              </a:ext>
            </a:extLst>
          </p:cNvPr>
          <p:cNvSpPr txBox="1"/>
          <p:nvPr/>
        </p:nvSpPr>
        <p:spPr>
          <a:xfrm>
            <a:off x="419100" y="1270000"/>
            <a:ext cx="4495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Used imagination and innovation and converted constraints of time and resources as opportunities and created better ways of doing things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Used resources prudently and did not increase costs or timelines without weighing benefits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Strived to increase productivity and tried to accomplish more with less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6EDDB9-D1FB-5E69-DDCF-FBD82D7838FC}"/>
              </a:ext>
            </a:extLst>
          </p:cNvPr>
          <p:cNvSpPr txBox="1"/>
          <p:nvPr/>
        </p:nvSpPr>
        <p:spPr>
          <a:xfrm>
            <a:off x="1746270" y="279400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Evidences</a:t>
            </a:r>
          </a:p>
        </p:txBody>
      </p:sp>
      <p:pic>
        <p:nvPicPr>
          <p:cNvPr id="2" name="Graphic 1" descr="Questions with solid fill">
            <a:extLst>
              <a:ext uri="{FF2B5EF4-FFF2-40B4-BE49-F238E27FC236}">
                <a16:creationId xmlns:a16="http://schemas.microsoft.com/office/drawing/2014/main" id="{611810E3-22E9-5FF7-90B2-377242CEC9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43400" y="319733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538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D3FEEC-1AD8-BDC3-BA9D-7F9527C85750}"/>
              </a:ext>
            </a:extLst>
          </p:cNvPr>
          <p:cNvSpPr txBox="1"/>
          <p:nvPr/>
        </p:nvSpPr>
        <p:spPr>
          <a:xfrm>
            <a:off x="419100" y="1270000"/>
            <a:ext cx="4495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Used imagination and innovation and converted constraints of time and resources as opportunities and created better ways of doing things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Used resources prudently and did not increase costs or timelines without weighing benefits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Strived to increase productivity and tried to accomplish more with less</a:t>
            </a: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E80599F8-F9CD-6DB6-68AA-3B954CEDBC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39831" y="431800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870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>
            <a:extLst>
              <a:ext uri="{FF2B5EF4-FFF2-40B4-BE49-F238E27FC236}">
                <a16:creationId xmlns:a16="http://schemas.microsoft.com/office/drawing/2014/main" id="{3E2C99F1-10C7-7F2F-4E30-5E3204745B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8191" y="1117600"/>
            <a:ext cx="4643120" cy="48958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3635"/>
              </a:lnSpc>
            </a:pPr>
            <a:r>
              <a:rPr spc="-10"/>
              <a:t>RESOURCEFULNESS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AD89D6-6EAA-EAD2-0A6A-D0038C192B39}"/>
              </a:ext>
            </a:extLst>
          </p:cNvPr>
          <p:cNvSpPr txBox="1"/>
          <p:nvPr/>
        </p:nvSpPr>
        <p:spPr>
          <a:xfrm>
            <a:off x="457200" y="2717800"/>
            <a:ext cx="443240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Living the Leadership Principle</a:t>
            </a: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r>
              <a:rPr lang="en-US" sz="3600">
                <a:solidFill>
                  <a:schemeClr val="bg1"/>
                </a:solidFill>
              </a:rPr>
              <a:t>Experience sharing</a:t>
            </a:r>
          </a:p>
        </p:txBody>
      </p:sp>
    </p:spTree>
    <p:extLst>
      <p:ext uri="{BB962C8B-B14F-4D97-AF65-F5344CB8AC3E}">
        <p14:creationId xmlns:p14="http://schemas.microsoft.com/office/powerpoint/2010/main" val="39331685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6838" y="0"/>
            <a:ext cx="228600" cy="352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26838" y="0"/>
            <a:ext cx="228600" cy="3524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marL="59055">
              <a:lnSpc>
                <a:spcPct val="100000"/>
              </a:lnSpc>
              <a:spcBef>
                <a:spcPts val="5"/>
              </a:spcBef>
            </a:pP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3" y="2011806"/>
            <a:ext cx="5326988" cy="5321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3851" y="1311285"/>
            <a:ext cx="4142104" cy="53143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385"/>
              </a:spcBef>
            </a:pPr>
            <a:r>
              <a:rPr sz="1600" spc="-10">
                <a:solidFill>
                  <a:srgbClr val="FFFFFF"/>
                </a:solidFill>
                <a:latin typeface="Arial MT"/>
                <a:cs typeface="Arial MT"/>
              </a:rPr>
              <a:t>INFORMATION</a:t>
            </a:r>
            <a:r>
              <a:rPr sz="16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rgbClr val="FFFFFF"/>
                </a:solidFill>
                <a:latin typeface="Arial MT"/>
                <a:cs typeface="Arial MT"/>
              </a:rPr>
              <a:t>INTEGRITY</a:t>
            </a:r>
            <a:endParaRPr sz="1600">
              <a:latin typeface="Arial MT"/>
              <a:cs typeface="Arial MT"/>
            </a:endParaRPr>
          </a:p>
          <a:p>
            <a:pPr marL="12065" marR="5080" algn="ctr">
              <a:lnSpc>
                <a:spcPct val="113999"/>
              </a:lnSpc>
              <a:spcBef>
                <a:spcPts val="25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Each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Leader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custodian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clients’</a:t>
            </a:r>
            <a:r>
              <a:rPr sz="14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our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organization's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trust.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Protection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clients'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our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organization's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information,</a:t>
            </a:r>
            <a:r>
              <a:rPr sz="14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trade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secrets,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know-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how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Intellectual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Property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utmost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importance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us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shall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never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compromise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this.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400">
              <a:latin typeface="Arial MT"/>
              <a:cs typeface="Arial MT"/>
            </a:endParaRPr>
          </a:p>
          <a:p>
            <a:pPr marL="3810" algn="ctr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Arial MT"/>
                <a:cs typeface="Arial MT"/>
              </a:rPr>
              <a:t>SELF/PURPOSE</a:t>
            </a:r>
            <a:r>
              <a:rPr sz="16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rgbClr val="FFFFFF"/>
                </a:solidFill>
                <a:latin typeface="Arial MT"/>
                <a:cs typeface="Arial MT"/>
              </a:rPr>
              <a:t>INTEGRITY</a:t>
            </a:r>
            <a:endParaRPr sz="1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shall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live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up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promises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commitments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make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self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others.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400">
              <a:latin typeface="Arial MT"/>
              <a:cs typeface="Arial MT"/>
            </a:endParaRPr>
          </a:p>
          <a:p>
            <a:pPr marL="4445" algn="ctr">
              <a:lnSpc>
                <a:spcPct val="100000"/>
              </a:lnSpc>
            </a:pPr>
            <a:r>
              <a:rPr sz="1600" spc="-10">
                <a:solidFill>
                  <a:srgbClr val="FFFFFF"/>
                </a:solidFill>
                <a:latin typeface="Arial MT"/>
                <a:cs typeface="Arial MT"/>
              </a:rPr>
              <a:t>RELATIONSHIP</a:t>
            </a:r>
            <a:r>
              <a:rPr sz="16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rgbClr val="FFFFFF"/>
                </a:solidFill>
                <a:latin typeface="Arial MT"/>
                <a:cs typeface="Arial MT"/>
              </a:rPr>
              <a:t>INTEGRITY</a:t>
            </a:r>
            <a:endParaRPr sz="1600">
              <a:latin typeface="Arial MT"/>
              <a:cs typeface="Arial MT"/>
            </a:endParaRPr>
          </a:p>
          <a:p>
            <a:pPr marL="169545" marR="159385" algn="ctr">
              <a:lnSpc>
                <a:spcPct val="114300"/>
              </a:lnSpc>
              <a:spcBef>
                <a:spcPts val="20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shall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always speak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truthfully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 constructively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others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even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absence.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400">
              <a:latin typeface="Arial MT"/>
              <a:cs typeface="Arial MT"/>
            </a:endParaRPr>
          </a:p>
          <a:p>
            <a:pPr marL="4445" algn="ctr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Arial MT"/>
                <a:cs typeface="Arial MT"/>
              </a:rPr>
              <a:t>FINANCIAL</a:t>
            </a:r>
            <a:r>
              <a:rPr sz="16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rgbClr val="FFFFFF"/>
                </a:solidFill>
                <a:latin typeface="Arial MT"/>
                <a:cs typeface="Arial MT"/>
              </a:rPr>
              <a:t>INTEGRITY</a:t>
            </a:r>
            <a:endParaRPr sz="1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shall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honest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financial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dealings.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400">
              <a:latin typeface="Arial MT"/>
              <a:cs typeface="Arial MT"/>
            </a:endParaRPr>
          </a:p>
          <a:p>
            <a:pPr marL="4445" algn="ctr">
              <a:lnSpc>
                <a:spcPct val="100000"/>
              </a:lnSpc>
              <a:spcBef>
                <a:spcPts val="5"/>
              </a:spcBef>
            </a:pPr>
            <a:r>
              <a:rPr sz="1600" spc="-10">
                <a:solidFill>
                  <a:srgbClr val="FFFFFF"/>
                </a:solidFill>
                <a:latin typeface="Arial MT"/>
                <a:cs typeface="Arial MT"/>
              </a:rPr>
              <a:t>COMMUNICATION</a:t>
            </a:r>
            <a:r>
              <a:rPr sz="16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rgbClr val="FFFFFF"/>
                </a:solidFill>
                <a:latin typeface="Arial MT"/>
                <a:cs typeface="Arial MT"/>
              </a:rPr>
              <a:t>INTEGRITY</a:t>
            </a:r>
            <a:endParaRPr sz="1600">
              <a:latin typeface="Arial MT"/>
              <a:cs typeface="Arial MT"/>
            </a:endParaRPr>
          </a:p>
          <a:p>
            <a:pPr marL="192405" marR="185420" algn="ctr">
              <a:lnSpc>
                <a:spcPct val="114300"/>
              </a:lnSpc>
              <a:spcBef>
                <a:spcPts val="20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shall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communicate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factually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clients,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colleagues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other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stakeholders.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99794" y="510095"/>
            <a:ext cx="2531110" cy="492759"/>
          </a:xfrm>
          <a:custGeom>
            <a:avLst/>
            <a:gdLst/>
            <a:ahLst/>
            <a:cxnLst/>
            <a:rect l="l" t="t" r="r" b="b"/>
            <a:pathLst>
              <a:path w="2531110" h="492759">
                <a:moveTo>
                  <a:pt x="2531110" y="0"/>
                </a:moveTo>
                <a:lnTo>
                  <a:pt x="0" y="0"/>
                </a:lnTo>
                <a:lnTo>
                  <a:pt x="0" y="492442"/>
                </a:lnTo>
                <a:lnTo>
                  <a:pt x="2531110" y="492442"/>
                </a:lnTo>
                <a:lnTo>
                  <a:pt x="25311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241" y="355600"/>
            <a:ext cx="3239135" cy="757555"/>
          </a:xfrm>
          <a:prstGeom prst="rect">
            <a:avLst/>
          </a:prstGeom>
        </p:spPr>
        <p:txBody>
          <a:bodyPr vert="horz" wrap="square" lIns="0" tIns="131190" rIns="0" bIns="0" rtlCol="0">
            <a:spAutoFit/>
          </a:bodyPr>
          <a:lstStyle/>
          <a:p>
            <a:pPr marL="669925">
              <a:lnSpc>
                <a:spcPct val="100000"/>
              </a:lnSpc>
              <a:spcBef>
                <a:spcPts val="100"/>
              </a:spcBef>
            </a:pPr>
            <a:r>
              <a:rPr spc="-10"/>
              <a:t>INTEGRITY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E66E2267-BC7B-F89E-3799-25EE3031035D}"/>
              </a:ext>
            </a:extLst>
          </p:cNvPr>
          <p:cNvSpPr/>
          <p:nvPr/>
        </p:nvSpPr>
        <p:spPr>
          <a:xfrm>
            <a:off x="1346353" y="357695"/>
            <a:ext cx="2531110" cy="492759"/>
          </a:xfrm>
          <a:custGeom>
            <a:avLst/>
            <a:gdLst/>
            <a:ahLst/>
            <a:cxnLst/>
            <a:rect l="l" t="t" r="r" b="b"/>
            <a:pathLst>
              <a:path w="2531110" h="492759">
                <a:moveTo>
                  <a:pt x="2531110" y="0"/>
                </a:moveTo>
                <a:lnTo>
                  <a:pt x="0" y="0"/>
                </a:lnTo>
                <a:lnTo>
                  <a:pt x="0" y="492442"/>
                </a:lnTo>
                <a:lnTo>
                  <a:pt x="2531110" y="492442"/>
                </a:lnTo>
                <a:lnTo>
                  <a:pt x="25311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4F49278C-044B-1769-2A5B-DB1D72770AA7}"/>
              </a:ext>
            </a:extLst>
          </p:cNvPr>
          <p:cNvSpPr txBox="1">
            <a:spLocks/>
          </p:cNvSpPr>
          <p:nvPr/>
        </p:nvSpPr>
        <p:spPr>
          <a:xfrm>
            <a:off x="685800" y="203200"/>
            <a:ext cx="3239135" cy="757555"/>
          </a:xfrm>
          <a:prstGeom prst="rect">
            <a:avLst/>
          </a:prstGeom>
        </p:spPr>
        <p:txBody>
          <a:bodyPr vert="horz" wrap="square" lIns="0" tIns="131190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669925">
              <a:spcBef>
                <a:spcPts val="100"/>
              </a:spcBef>
            </a:pPr>
            <a:r>
              <a:rPr lang="en-IN" spc="-10"/>
              <a:t>INTEGRITY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D13B5-05FD-903F-5572-7BA238A46F85}"/>
              </a:ext>
            </a:extLst>
          </p:cNvPr>
          <p:cNvSpPr txBox="1"/>
          <p:nvPr/>
        </p:nvSpPr>
        <p:spPr>
          <a:xfrm>
            <a:off x="2057400" y="88900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7667E3-6416-8DBD-2522-6E65CA0FAF87}"/>
              </a:ext>
            </a:extLst>
          </p:cNvPr>
          <p:cNvSpPr txBox="1"/>
          <p:nvPr/>
        </p:nvSpPr>
        <p:spPr>
          <a:xfrm>
            <a:off x="419100" y="1651000"/>
            <a:ext cx="46863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IN" sz="2400">
                <a:solidFill>
                  <a:schemeClr val="bg1"/>
                </a:solidFill>
              </a:rPr>
              <a:t>P</a:t>
            </a:r>
            <a:r>
              <a:rPr lang="en-IN" sz="2400" u="none" strike="noStrike">
                <a:solidFill>
                  <a:schemeClr val="bg1"/>
                </a:solidFill>
                <a:effectLst/>
              </a:rPr>
              <a:t>rotected organization's information, trade secrets, know-how and intellectual property</a:t>
            </a:r>
          </a:p>
          <a:p>
            <a:pPr marL="457200" indent="-457200">
              <a:buFont typeface="+mj-lt"/>
              <a:buAutoNum type="alphaUcPeriod"/>
            </a:pPr>
            <a:endParaRPr lang="en-IN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Truth is our utmost virtue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Integrity should be our self-chosen value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lived up to the promises and commitments made to self and others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3" name="Graphic 2" descr="Questions with solid fill">
            <a:extLst>
              <a:ext uri="{FF2B5EF4-FFF2-40B4-BE49-F238E27FC236}">
                <a16:creationId xmlns:a16="http://schemas.microsoft.com/office/drawing/2014/main" id="{F6F45CFD-F72B-1313-27FB-70E26BD70D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5300" y="613843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7158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77CCAC19-FD29-60CF-1FD9-6A533853F3FD}"/>
              </a:ext>
            </a:extLst>
          </p:cNvPr>
          <p:cNvSpPr/>
          <p:nvPr/>
        </p:nvSpPr>
        <p:spPr>
          <a:xfrm>
            <a:off x="1346353" y="357695"/>
            <a:ext cx="2531110" cy="492759"/>
          </a:xfrm>
          <a:custGeom>
            <a:avLst/>
            <a:gdLst/>
            <a:ahLst/>
            <a:cxnLst/>
            <a:rect l="l" t="t" r="r" b="b"/>
            <a:pathLst>
              <a:path w="2531110" h="492759">
                <a:moveTo>
                  <a:pt x="2531110" y="0"/>
                </a:moveTo>
                <a:lnTo>
                  <a:pt x="0" y="0"/>
                </a:lnTo>
                <a:lnTo>
                  <a:pt x="0" y="492442"/>
                </a:lnTo>
                <a:lnTo>
                  <a:pt x="2531110" y="492442"/>
                </a:lnTo>
                <a:lnTo>
                  <a:pt x="25311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37DA685-1B1E-E76A-3A1F-07ABB349CE14}"/>
              </a:ext>
            </a:extLst>
          </p:cNvPr>
          <p:cNvSpPr txBox="1">
            <a:spLocks/>
          </p:cNvSpPr>
          <p:nvPr/>
        </p:nvSpPr>
        <p:spPr>
          <a:xfrm>
            <a:off x="685800" y="203200"/>
            <a:ext cx="3239135" cy="757555"/>
          </a:xfrm>
          <a:prstGeom prst="rect">
            <a:avLst/>
          </a:prstGeom>
        </p:spPr>
        <p:txBody>
          <a:bodyPr vert="horz" wrap="square" lIns="0" tIns="131190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669925">
              <a:spcBef>
                <a:spcPts val="100"/>
              </a:spcBef>
            </a:pPr>
            <a:r>
              <a:rPr lang="en-IN" spc="-10"/>
              <a:t>INTEGRITY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7E756E-B712-DAC5-A8DF-3F20D8454074}"/>
              </a:ext>
            </a:extLst>
          </p:cNvPr>
          <p:cNvSpPr txBox="1"/>
          <p:nvPr/>
        </p:nvSpPr>
        <p:spPr>
          <a:xfrm>
            <a:off x="2057400" y="88900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F75F70-0826-A7C8-6D78-7B8E73D1C711}"/>
              </a:ext>
            </a:extLst>
          </p:cNvPr>
          <p:cNvSpPr txBox="1"/>
          <p:nvPr/>
        </p:nvSpPr>
        <p:spPr>
          <a:xfrm>
            <a:off x="419100" y="1651000"/>
            <a:ext cx="46863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IN" sz="2400">
                <a:solidFill>
                  <a:srgbClr val="00B050"/>
                </a:solidFill>
              </a:rPr>
              <a:t>P</a:t>
            </a:r>
            <a:r>
              <a:rPr lang="en-IN" sz="2400" u="none" strike="noStrike">
                <a:solidFill>
                  <a:srgbClr val="00B050"/>
                </a:solidFill>
                <a:effectLst/>
              </a:rPr>
              <a:t>rotected organization's information, trade secrets, know-how and intellectual property</a:t>
            </a:r>
          </a:p>
          <a:p>
            <a:pPr marL="457200" indent="-457200">
              <a:buFont typeface="+mj-lt"/>
              <a:buAutoNum type="alphaUcPeriod"/>
            </a:pPr>
            <a:endParaRPr lang="en-IN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Truth is our utmost virtue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Integrity should be our self-chosen value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rgbClr val="00B050"/>
                </a:solidFill>
                <a:effectLst/>
              </a:rPr>
              <a:t>I lived up to the promises and commitments made to self and others</a:t>
            </a:r>
            <a:endParaRPr lang="en-IN" sz="2400" b="0" i="0" u="none" strike="noStrike">
              <a:solidFill>
                <a:srgbClr val="00B050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D8099A3C-ACFE-128E-FDFC-2C048E7231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34916" y="679310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47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277AE3-C063-4FD4-A58E-4F8A6AE303C6}"/>
              </a:ext>
            </a:extLst>
          </p:cNvPr>
          <p:cNvSpPr txBox="1"/>
          <p:nvPr/>
        </p:nvSpPr>
        <p:spPr>
          <a:xfrm>
            <a:off x="92773" y="1299866"/>
            <a:ext cx="514515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>
                <a:solidFill>
                  <a:schemeClr val="bg1"/>
                </a:solidFill>
              </a:rPr>
              <a:t>Ananya, a consultant on a digital transformation project, consistently demonstrated the following actions. She carefully protected the firm’s proprietary tools and client data, ensuring confidentiality at all times. </a:t>
            </a:r>
          </a:p>
          <a:p>
            <a:endParaRPr lang="en-IN">
              <a:solidFill>
                <a:schemeClr val="bg1"/>
              </a:solidFill>
            </a:endParaRPr>
          </a:p>
          <a:p>
            <a:r>
              <a:rPr lang="en-IN" sz="1800">
                <a:solidFill>
                  <a:schemeClr val="bg1"/>
                </a:solidFill>
              </a:rPr>
              <a:t>She fulfilled almost all her commitments, met deadlines, and delivered high-quality work without reminders. In meetings, she fairly represented absent colleagues and acknowledged their contributions. When a travel reimbursement error occurred, she promptly reported it and had it corrected. She communicated honestly and factually with both clients and team members, never overstating progress. </a:t>
            </a:r>
          </a:p>
          <a:p>
            <a:endParaRPr lang="en-IN">
              <a:solidFill>
                <a:schemeClr val="bg1"/>
              </a:solidFill>
            </a:endParaRPr>
          </a:p>
          <a:p>
            <a:r>
              <a:rPr lang="en-IN" sz="1800">
                <a:solidFill>
                  <a:schemeClr val="bg1"/>
                </a:solidFill>
              </a:rPr>
              <a:t>Her consistent behaviour earned client trust and set a strong example for others in the team.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B76814-E4FE-B821-DF6E-38A2D1E3779E}"/>
              </a:ext>
            </a:extLst>
          </p:cNvPr>
          <p:cNvSpPr txBox="1"/>
          <p:nvPr/>
        </p:nvSpPr>
        <p:spPr>
          <a:xfrm>
            <a:off x="1975143" y="812800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Situation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55FEB6C-6592-FE9D-61D7-BFB2322B861D}"/>
              </a:ext>
            </a:extLst>
          </p:cNvPr>
          <p:cNvSpPr/>
          <p:nvPr/>
        </p:nvSpPr>
        <p:spPr>
          <a:xfrm>
            <a:off x="1399794" y="279400"/>
            <a:ext cx="2531110" cy="492759"/>
          </a:xfrm>
          <a:custGeom>
            <a:avLst/>
            <a:gdLst/>
            <a:ahLst/>
            <a:cxnLst/>
            <a:rect l="l" t="t" r="r" b="b"/>
            <a:pathLst>
              <a:path w="2531110" h="492759">
                <a:moveTo>
                  <a:pt x="2531110" y="0"/>
                </a:moveTo>
                <a:lnTo>
                  <a:pt x="0" y="0"/>
                </a:lnTo>
                <a:lnTo>
                  <a:pt x="0" y="492442"/>
                </a:lnTo>
                <a:lnTo>
                  <a:pt x="2531110" y="492442"/>
                </a:lnTo>
                <a:lnTo>
                  <a:pt x="25311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BD3BB09-0D7B-E444-7DDD-7512BC7E23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9241" y="127000"/>
            <a:ext cx="3239135" cy="757555"/>
          </a:xfrm>
          <a:prstGeom prst="rect">
            <a:avLst/>
          </a:prstGeom>
        </p:spPr>
        <p:txBody>
          <a:bodyPr vert="horz" wrap="square" lIns="0" tIns="131190" rIns="0" bIns="0" rtlCol="0">
            <a:spAutoFit/>
          </a:bodyPr>
          <a:lstStyle/>
          <a:p>
            <a:pPr marL="669925">
              <a:lnSpc>
                <a:spcPct val="100000"/>
              </a:lnSpc>
              <a:spcBef>
                <a:spcPts val="100"/>
              </a:spcBef>
            </a:pPr>
            <a:r>
              <a:rPr spc="-10"/>
              <a:t>INTEGRITY</a:t>
            </a:r>
          </a:p>
        </p:txBody>
      </p:sp>
    </p:spTree>
    <p:extLst>
      <p:ext uri="{BB962C8B-B14F-4D97-AF65-F5344CB8AC3E}">
        <p14:creationId xmlns:p14="http://schemas.microsoft.com/office/powerpoint/2010/main" val="30528948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FE9969-BE8C-1156-E308-7821A0A4AC0A}"/>
              </a:ext>
            </a:extLst>
          </p:cNvPr>
          <p:cNvSpPr txBox="1"/>
          <p:nvPr/>
        </p:nvSpPr>
        <p:spPr>
          <a:xfrm>
            <a:off x="304800" y="1041400"/>
            <a:ext cx="4800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Protected organization's information, trade secrets, know-how and intellectual property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Lived up to the promises and commitments made to others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Spoke truthfully and constructively about team members even in their absence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Was honest in all financial dealings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Communicated factually with clients, colleagues and other stakeholders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FE179-D3AA-A0D9-1203-3B91121B7696}"/>
              </a:ext>
            </a:extLst>
          </p:cNvPr>
          <p:cNvSpPr txBox="1"/>
          <p:nvPr/>
        </p:nvSpPr>
        <p:spPr>
          <a:xfrm>
            <a:off x="1746270" y="279400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Evidences</a:t>
            </a:r>
          </a:p>
        </p:txBody>
      </p:sp>
      <p:pic>
        <p:nvPicPr>
          <p:cNvPr id="2" name="Graphic 1" descr="Questions with solid fill">
            <a:extLst>
              <a:ext uri="{FF2B5EF4-FFF2-40B4-BE49-F238E27FC236}">
                <a16:creationId xmlns:a16="http://schemas.microsoft.com/office/drawing/2014/main" id="{7BB46050-E797-3C69-A045-CE3903DBDA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9165" y="373743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7646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FFDBA4-9A36-511E-5606-2473520F9589}"/>
              </a:ext>
            </a:extLst>
          </p:cNvPr>
          <p:cNvSpPr txBox="1"/>
          <p:nvPr/>
        </p:nvSpPr>
        <p:spPr>
          <a:xfrm>
            <a:off x="304800" y="1041400"/>
            <a:ext cx="4800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Protected organization's information, trade secrets, know-how and intellectual property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Lived up to the promises and commitments made to others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Spoke truthfully and constructively about team members even in their absence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Was honest in all financial dealings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Communicated factually with clients, colleagues and other stakeholders</a:t>
            </a: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4A01ACAC-15F4-7099-4D5B-6ACBFDB991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43400" y="414833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173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>
            <a:extLst>
              <a:ext uri="{FF2B5EF4-FFF2-40B4-BE49-F238E27FC236}">
                <a16:creationId xmlns:a16="http://schemas.microsoft.com/office/drawing/2014/main" id="{31B1980F-ECD3-EA44-EC5A-CB1E25106BEB}"/>
              </a:ext>
            </a:extLst>
          </p:cNvPr>
          <p:cNvSpPr/>
          <p:nvPr/>
        </p:nvSpPr>
        <p:spPr>
          <a:xfrm>
            <a:off x="1399794" y="739838"/>
            <a:ext cx="2531110" cy="492759"/>
          </a:xfrm>
          <a:custGeom>
            <a:avLst/>
            <a:gdLst/>
            <a:ahLst/>
            <a:cxnLst/>
            <a:rect l="l" t="t" r="r" b="b"/>
            <a:pathLst>
              <a:path w="2531110" h="492759">
                <a:moveTo>
                  <a:pt x="2531110" y="0"/>
                </a:moveTo>
                <a:lnTo>
                  <a:pt x="0" y="0"/>
                </a:lnTo>
                <a:lnTo>
                  <a:pt x="0" y="492442"/>
                </a:lnTo>
                <a:lnTo>
                  <a:pt x="2531110" y="492442"/>
                </a:lnTo>
                <a:lnTo>
                  <a:pt x="25311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5B1AA814-71B8-2507-933D-D1949EF3BF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9241" y="585343"/>
            <a:ext cx="3239135" cy="757555"/>
          </a:xfrm>
          <a:prstGeom prst="rect">
            <a:avLst/>
          </a:prstGeom>
        </p:spPr>
        <p:txBody>
          <a:bodyPr vert="horz" wrap="square" lIns="0" tIns="131190" rIns="0" bIns="0" rtlCol="0">
            <a:spAutoFit/>
          </a:bodyPr>
          <a:lstStyle/>
          <a:p>
            <a:pPr marL="669925">
              <a:lnSpc>
                <a:spcPct val="100000"/>
              </a:lnSpc>
              <a:spcBef>
                <a:spcPts val="100"/>
              </a:spcBef>
            </a:pPr>
            <a:r>
              <a:rPr spc="-10"/>
              <a:t>INTEGRITY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C4A9EB-A3A3-D238-666D-76EA4AB42686}"/>
              </a:ext>
            </a:extLst>
          </p:cNvPr>
          <p:cNvSpPr txBox="1"/>
          <p:nvPr/>
        </p:nvSpPr>
        <p:spPr>
          <a:xfrm>
            <a:off x="457200" y="2717800"/>
            <a:ext cx="443240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Living the Leadership Principle</a:t>
            </a: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r>
              <a:rPr lang="en-US" sz="3600">
                <a:solidFill>
                  <a:schemeClr val="bg1"/>
                </a:solidFill>
              </a:rPr>
              <a:t>Experience sharing</a:t>
            </a:r>
          </a:p>
        </p:txBody>
      </p:sp>
    </p:spTree>
    <p:extLst>
      <p:ext uri="{BB962C8B-B14F-4D97-AF65-F5344CB8AC3E}">
        <p14:creationId xmlns:p14="http://schemas.microsoft.com/office/powerpoint/2010/main" val="31018013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425" y="0"/>
            <a:ext cx="228600" cy="352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5425" y="0"/>
            <a:ext cx="228600" cy="3524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5"/>
              </a:spcBef>
            </a:pP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23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6852" y="1279778"/>
            <a:ext cx="5031740" cy="5132070"/>
          </a:xfrm>
          <a:custGeom>
            <a:avLst/>
            <a:gdLst/>
            <a:ahLst/>
            <a:cxnLst/>
            <a:rect l="l" t="t" r="r" b="b"/>
            <a:pathLst>
              <a:path w="5031740" h="5132070">
                <a:moveTo>
                  <a:pt x="1524279" y="889000"/>
                </a:moveTo>
                <a:lnTo>
                  <a:pt x="1521917" y="841959"/>
                </a:lnTo>
                <a:lnTo>
                  <a:pt x="1515008" y="796328"/>
                </a:lnTo>
                <a:lnTo>
                  <a:pt x="1503756" y="752322"/>
                </a:lnTo>
                <a:lnTo>
                  <a:pt x="1488401" y="710171"/>
                </a:lnTo>
                <a:lnTo>
                  <a:pt x="1469161" y="670090"/>
                </a:lnTo>
                <a:lnTo>
                  <a:pt x="1446263" y="632333"/>
                </a:lnTo>
                <a:lnTo>
                  <a:pt x="1419923" y="597090"/>
                </a:lnTo>
                <a:lnTo>
                  <a:pt x="1390383" y="564616"/>
                </a:lnTo>
                <a:lnTo>
                  <a:pt x="1357858" y="535114"/>
                </a:lnTo>
                <a:lnTo>
                  <a:pt x="1322565" y="508825"/>
                </a:lnTo>
                <a:lnTo>
                  <a:pt x="1284732" y="485952"/>
                </a:lnTo>
                <a:lnTo>
                  <a:pt x="1244600" y="466737"/>
                </a:lnTo>
                <a:lnTo>
                  <a:pt x="1202372" y="451408"/>
                </a:lnTo>
                <a:lnTo>
                  <a:pt x="1158290" y="440169"/>
                </a:lnTo>
                <a:lnTo>
                  <a:pt x="1112570" y="433273"/>
                </a:lnTo>
                <a:lnTo>
                  <a:pt x="1065441" y="430911"/>
                </a:lnTo>
                <a:lnTo>
                  <a:pt x="1019225" y="433285"/>
                </a:lnTo>
                <a:lnTo>
                  <a:pt x="974305" y="440232"/>
                </a:lnTo>
                <a:lnTo>
                  <a:pt x="930897" y="451535"/>
                </a:lnTo>
                <a:lnTo>
                  <a:pt x="889254" y="466940"/>
                </a:lnTo>
                <a:lnTo>
                  <a:pt x="849604" y="486232"/>
                </a:lnTo>
                <a:lnTo>
                  <a:pt x="812152" y="509155"/>
                </a:lnTo>
                <a:lnTo>
                  <a:pt x="777151" y="535495"/>
                </a:lnTo>
                <a:lnTo>
                  <a:pt x="744816" y="565010"/>
                </a:lnTo>
                <a:lnTo>
                  <a:pt x="715391" y="597471"/>
                </a:lnTo>
                <a:lnTo>
                  <a:pt x="689102" y="632625"/>
                </a:lnTo>
                <a:lnTo>
                  <a:pt x="666178" y="670255"/>
                </a:lnTo>
                <a:lnTo>
                  <a:pt x="646836" y="710107"/>
                </a:lnTo>
                <a:lnTo>
                  <a:pt x="631329" y="751979"/>
                </a:lnTo>
                <a:lnTo>
                  <a:pt x="619874" y="795604"/>
                </a:lnTo>
                <a:lnTo>
                  <a:pt x="612698" y="840765"/>
                </a:lnTo>
                <a:lnTo>
                  <a:pt x="610044" y="887222"/>
                </a:lnTo>
                <a:lnTo>
                  <a:pt x="612394" y="933983"/>
                </a:lnTo>
                <a:lnTo>
                  <a:pt x="619302" y="979360"/>
                </a:lnTo>
                <a:lnTo>
                  <a:pt x="630529" y="1023150"/>
                </a:lnTo>
                <a:lnTo>
                  <a:pt x="645858" y="1065110"/>
                </a:lnTo>
                <a:lnTo>
                  <a:pt x="665048" y="1105027"/>
                </a:lnTo>
                <a:lnTo>
                  <a:pt x="687882" y="1142657"/>
                </a:lnTo>
                <a:lnTo>
                  <a:pt x="714108" y="1177785"/>
                </a:lnTo>
                <a:lnTo>
                  <a:pt x="743508" y="1210170"/>
                </a:lnTo>
                <a:lnTo>
                  <a:pt x="775868" y="1239608"/>
                </a:lnTo>
                <a:lnTo>
                  <a:pt x="810933" y="1265847"/>
                </a:lnTo>
                <a:lnTo>
                  <a:pt x="848474" y="1288681"/>
                </a:lnTo>
                <a:lnTo>
                  <a:pt x="888276" y="1307871"/>
                </a:lnTo>
                <a:lnTo>
                  <a:pt x="930109" y="1323187"/>
                </a:lnTo>
                <a:lnTo>
                  <a:pt x="973734" y="1334414"/>
                </a:lnTo>
                <a:lnTo>
                  <a:pt x="1018908" y="1341310"/>
                </a:lnTo>
                <a:lnTo>
                  <a:pt x="1065441" y="1343660"/>
                </a:lnTo>
                <a:lnTo>
                  <a:pt x="1112570" y="1341335"/>
                </a:lnTo>
                <a:lnTo>
                  <a:pt x="1158290" y="1334490"/>
                </a:lnTo>
                <a:lnTo>
                  <a:pt x="1202372" y="1323352"/>
                </a:lnTo>
                <a:lnTo>
                  <a:pt x="1244600" y="1308150"/>
                </a:lnTo>
                <a:lnTo>
                  <a:pt x="1284732" y="1289088"/>
                </a:lnTo>
                <a:lnTo>
                  <a:pt x="1322565" y="1266418"/>
                </a:lnTo>
                <a:lnTo>
                  <a:pt x="1357858" y="1240332"/>
                </a:lnTo>
                <a:lnTo>
                  <a:pt x="1390383" y="1211059"/>
                </a:lnTo>
                <a:lnTo>
                  <a:pt x="1419923" y="1178839"/>
                </a:lnTo>
                <a:lnTo>
                  <a:pt x="1446263" y="1143876"/>
                </a:lnTo>
                <a:lnTo>
                  <a:pt x="1469161" y="1106385"/>
                </a:lnTo>
                <a:lnTo>
                  <a:pt x="1488401" y="1066609"/>
                </a:lnTo>
                <a:lnTo>
                  <a:pt x="1503756" y="1024763"/>
                </a:lnTo>
                <a:lnTo>
                  <a:pt x="1515008" y="981062"/>
                </a:lnTo>
                <a:lnTo>
                  <a:pt x="1521917" y="935736"/>
                </a:lnTo>
                <a:lnTo>
                  <a:pt x="1524279" y="889000"/>
                </a:lnTo>
                <a:close/>
              </a:path>
              <a:path w="5031740" h="5132070">
                <a:moveTo>
                  <a:pt x="2136254" y="4623486"/>
                </a:moveTo>
                <a:lnTo>
                  <a:pt x="2134730" y="4585386"/>
                </a:lnTo>
                <a:lnTo>
                  <a:pt x="2127694" y="4547286"/>
                </a:lnTo>
                <a:lnTo>
                  <a:pt x="2115147" y="4509186"/>
                </a:lnTo>
                <a:lnTo>
                  <a:pt x="2097049" y="4471086"/>
                </a:lnTo>
                <a:lnTo>
                  <a:pt x="2073363" y="4432986"/>
                </a:lnTo>
                <a:lnTo>
                  <a:pt x="2044077" y="4394886"/>
                </a:lnTo>
                <a:lnTo>
                  <a:pt x="2009165" y="4356786"/>
                </a:lnTo>
                <a:lnTo>
                  <a:pt x="1990712" y="4344086"/>
                </a:lnTo>
                <a:lnTo>
                  <a:pt x="1972259" y="4331386"/>
                </a:lnTo>
                <a:lnTo>
                  <a:pt x="1932901" y="4305986"/>
                </a:lnTo>
                <a:lnTo>
                  <a:pt x="1930006" y="4304208"/>
                </a:lnTo>
                <a:lnTo>
                  <a:pt x="1930006" y="4598086"/>
                </a:lnTo>
                <a:lnTo>
                  <a:pt x="1929485" y="4636186"/>
                </a:lnTo>
                <a:lnTo>
                  <a:pt x="1913978" y="4674286"/>
                </a:lnTo>
                <a:lnTo>
                  <a:pt x="1883689" y="4699686"/>
                </a:lnTo>
                <a:lnTo>
                  <a:pt x="1842655" y="4737786"/>
                </a:lnTo>
                <a:lnTo>
                  <a:pt x="1798434" y="4775886"/>
                </a:lnTo>
                <a:lnTo>
                  <a:pt x="1751609" y="4801286"/>
                </a:lnTo>
                <a:lnTo>
                  <a:pt x="1702739" y="4826686"/>
                </a:lnTo>
                <a:lnTo>
                  <a:pt x="1601241" y="4852086"/>
                </a:lnTo>
                <a:lnTo>
                  <a:pt x="1551063" y="4877486"/>
                </a:lnTo>
                <a:lnTo>
                  <a:pt x="1500682" y="4890186"/>
                </a:lnTo>
                <a:lnTo>
                  <a:pt x="1450111" y="4890186"/>
                </a:lnTo>
                <a:lnTo>
                  <a:pt x="1348473" y="4915586"/>
                </a:lnTo>
                <a:lnTo>
                  <a:pt x="1297406" y="4915586"/>
                </a:lnTo>
                <a:lnTo>
                  <a:pt x="1246200" y="4928286"/>
                </a:lnTo>
                <a:lnTo>
                  <a:pt x="884631" y="4928286"/>
                </a:lnTo>
                <a:lnTo>
                  <a:pt x="831354" y="4915586"/>
                </a:lnTo>
                <a:lnTo>
                  <a:pt x="778497" y="4915586"/>
                </a:lnTo>
                <a:lnTo>
                  <a:pt x="471728" y="4839386"/>
                </a:lnTo>
                <a:lnTo>
                  <a:pt x="422592" y="4813986"/>
                </a:lnTo>
                <a:lnTo>
                  <a:pt x="377253" y="4788586"/>
                </a:lnTo>
                <a:lnTo>
                  <a:pt x="333222" y="4763186"/>
                </a:lnTo>
                <a:lnTo>
                  <a:pt x="291160" y="4737786"/>
                </a:lnTo>
                <a:lnTo>
                  <a:pt x="251726" y="4699686"/>
                </a:lnTo>
                <a:lnTo>
                  <a:pt x="220256" y="4674286"/>
                </a:lnTo>
                <a:lnTo>
                  <a:pt x="205016" y="4636186"/>
                </a:lnTo>
                <a:lnTo>
                  <a:pt x="205524" y="4598086"/>
                </a:lnTo>
                <a:lnTo>
                  <a:pt x="221259" y="4559986"/>
                </a:lnTo>
                <a:lnTo>
                  <a:pt x="251726" y="4521886"/>
                </a:lnTo>
                <a:lnTo>
                  <a:pt x="288721" y="4496486"/>
                </a:lnTo>
                <a:lnTo>
                  <a:pt x="328053" y="4458386"/>
                </a:lnTo>
                <a:lnTo>
                  <a:pt x="369404" y="4445686"/>
                </a:lnTo>
                <a:lnTo>
                  <a:pt x="412508" y="4420286"/>
                </a:lnTo>
                <a:lnTo>
                  <a:pt x="457073" y="4394886"/>
                </a:lnTo>
                <a:lnTo>
                  <a:pt x="502793" y="4382186"/>
                </a:lnTo>
                <a:lnTo>
                  <a:pt x="531672" y="4369486"/>
                </a:lnTo>
                <a:lnTo>
                  <a:pt x="561200" y="4369486"/>
                </a:lnTo>
                <a:lnTo>
                  <a:pt x="592035" y="4356786"/>
                </a:lnTo>
                <a:lnTo>
                  <a:pt x="624840" y="4344086"/>
                </a:lnTo>
                <a:lnTo>
                  <a:pt x="624840" y="4483786"/>
                </a:lnTo>
                <a:lnTo>
                  <a:pt x="629958" y="4534586"/>
                </a:lnTo>
                <a:lnTo>
                  <a:pt x="643483" y="4572686"/>
                </a:lnTo>
                <a:lnTo>
                  <a:pt x="664362" y="4610786"/>
                </a:lnTo>
                <a:lnTo>
                  <a:pt x="724065" y="4661586"/>
                </a:lnTo>
                <a:lnTo>
                  <a:pt x="760831" y="4674286"/>
                </a:lnTo>
                <a:lnTo>
                  <a:pt x="800823" y="4686986"/>
                </a:lnTo>
                <a:lnTo>
                  <a:pt x="843013" y="4674286"/>
                </a:lnTo>
                <a:lnTo>
                  <a:pt x="886371" y="4674286"/>
                </a:lnTo>
                <a:lnTo>
                  <a:pt x="934618" y="4648886"/>
                </a:lnTo>
                <a:lnTo>
                  <a:pt x="971588" y="4610786"/>
                </a:lnTo>
                <a:lnTo>
                  <a:pt x="996454" y="4559986"/>
                </a:lnTo>
                <a:lnTo>
                  <a:pt x="1008418" y="4509186"/>
                </a:lnTo>
                <a:lnTo>
                  <a:pt x="1010920" y="4471086"/>
                </a:lnTo>
                <a:lnTo>
                  <a:pt x="1011466" y="4420286"/>
                </a:lnTo>
                <a:lnTo>
                  <a:pt x="1011364" y="4382186"/>
                </a:lnTo>
                <a:lnTo>
                  <a:pt x="1011770" y="4344086"/>
                </a:lnTo>
                <a:lnTo>
                  <a:pt x="1011910" y="4331386"/>
                </a:lnTo>
                <a:lnTo>
                  <a:pt x="1012126" y="4318686"/>
                </a:lnTo>
                <a:lnTo>
                  <a:pt x="1012634" y="4305986"/>
                </a:lnTo>
                <a:lnTo>
                  <a:pt x="1125245" y="4305986"/>
                </a:lnTo>
                <a:lnTo>
                  <a:pt x="1125461" y="4318686"/>
                </a:lnTo>
                <a:lnTo>
                  <a:pt x="1125994" y="4331386"/>
                </a:lnTo>
                <a:lnTo>
                  <a:pt x="1127023" y="4331386"/>
                </a:lnTo>
                <a:lnTo>
                  <a:pt x="1126934" y="4344086"/>
                </a:lnTo>
                <a:lnTo>
                  <a:pt x="1126845" y="4356786"/>
                </a:lnTo>
                <a:lnTo>
                  <a:pt x="1126769" y="4369486"/>
                </a:lnTo>
                <a:lnTo>
                  <a:pt x="1126667" y="4382186"/>
                </a:lnTo>
                <a:lnTo>
                  <a:pt x="1126553" y="4394886"/>
                </a:lnTo>
                <a:lnTo>
                  <a:pt x="1126451" y="4407586"/>
                </a:lnTo>
                <a:lnTo>
                  <a:pt x="1126350" y="4420286"/>
                </a:lnTo>
                <a:lnTo>
                  <a:pt x="1126261" y="4458386"/>
                </a:lnTo>
                <a:lnTo>
                  <a:pt x="1127023" y="4496486"/>
                </a:lnTo>
                <a:lnTo>
                  <a:pt x="1134262" y="4547286"/>
                </a:lnTo>
                <a:lnTo>
                  <a:pt x="1153261" y="4585386"/>
                </a:lnTo>
                <a:lnTo>
                  <a:pt x="1182344" y="4623486"/>
                </a:lnTo>
                <a:lnTo>
                  <a:pt x="1219860" y="4661586"/>
                </a:lnTo>
                <a:lnTo>
                  <a:pt x="1264158" y="4674286"/>
                </a:lnTo>
                <a:lnTo>
                  <a:pt x="1313586" y="4686986"/>
                </a:lnTo>
                <a:lnTo>
                  <a:pt x="1364107" y="4674286"/>
                </a:lnTo>
                <a:lnTo>
                  <a:pt x="1409941" y="4661586"/>
                </a:lnTo>
                <a:lnTo>
                  <a:pt x="1449311" y="4636186"/>
                </a:lnTo>
                <a:lnTo>
                  <a:pt x="1480400" y="4598086"/>
                </a:lnTo>
                <a:lnTo>
                  <a:pt x="1501419" y="4547286"/>
                </a:lnTo>
                <a:lnTo>
                  <a:pt x="1510563" y="4496486"/>
                </a:lnTo>
                <a:lnTo>
                  <a:pt x="1511312" y="4458386"/>
                </a:lnTo>
                <a:lnTo>
                  <a:pt x="1511223" y="4432986"/>
                </a:lnTo>
                <a:lnTo>
                  <a:pt x="1511122" y="4420286"/>
                </a:lnTo>
                <a:lnTo>
                  <a:pt x="1511020" y="4407586"/>
                </a:lnTo>
                <a:lnTo>
                  <a:pt x="1510906" y="4394886"/>
                </a:lnTo>
                <a:lnTo>
                  <a:pt x="1510804" y="4382186"/>
                </a:lnTo>
                <a:lnTo>
                  <a:pt x="1510728" y="4369486"/>
                </a:lnTo>
                <a:lnTo>
                  <a:pt x="1510639" y="4356786"/>
                </a:lnTo>
                <a:lnTo>
                  <a:pt x="1510563" y="4344086"/>
                </a:lnTo>
                <a:lnTo>
                  <a:pt x="1562404" y="4356786"/>
                </a:lnTo>
                <a:lnTo>
                  <a:pt x="1613242" y="4382186"/>
                </a:lnTo>
                <a:lnTo>
                  <a:pt x="1662861" y="4394886"/>
                </a:lnTo>
                <a:lnTo>
                  <a:pt x="1711058" y="4420286"/>
                </a:lnTo>
                <a:lnTo>
                  <a:pt x="1757616" y="4432986"/>
                </a:lnTo>
                <a:lnTo>
                  <a:pt x="1802345" y="4458386"/>
                </a:lnTo>
                <a:lnTo>
                  <a:pt x="1845030" y="4496486"/>
                </a:lnTo>
                <a:lnTo>
                  <a:pt x="1885467" y="4521886"/>
                </a:lnTo>
                <a:lnTo>
                  <a:pt x="1915388" y="4559986"/>
                </a:lnTo>
                <a:lnTo>
                  <a:pt x="1930006" y="4598086"/>
                </a:lnTo>
                <a:lnTo>
                  <a:pt x="1930006" y="4304208"/>
                </a:lnTo>
                <a:lnTo>
                  <a:pt x="1891601" y="4280586"/>
                </a:lnTo>
                <a:lnTo>
                  <a:pt x="1848866" y="4255186"/>
                </a:lnTo>
                <a:lnTo>
                  <a:pt x="1805203" y="4229786"/>
                </a:lnTo>
                <a:lnTo>
                  <a:pt x="1758416" y="4217086"/>
                </a:lnTo>
                <a:lnTo>
                  <a:pt x="1710639" y="4191685"/>
                </a:lnTo>
                <a:lnTo>
                  <a:pt x="1612646" y="4166285"/>
                </a:lnTo>
                <a:lnTo>
                  <a:pt x="1562709" y="4140885"/>
                </a:lnTo>
                <a:lnTo>
                  <a:pt x="1512341" y="4128185"/>
                </a:lnTo>
                <a:lnTo>
                  <a:pt x="1512341" y="3251885"/>
                </a:lnTo>
                <a:lnTo>
                  <a:pt x="1512341" y="2235885"/>
                </a:lnTo>
                <a:lnTo>
                  <a:pt x="1516113" y="2210485"/>
                </a:lnTo>
                <a:lnTo>
                  <a:pt x="1526895" y="2197785"/>
                </a:lnTo>
                <a:lnTo>
                  <a:pt x="1543888" y="2172385"/>
                </a:lnTo>
                <a:lnTo>
                  <a:pt x="1590306" y="2172385"/>
                </a:lnTo>
                <a:lnTo>
                  <a:pt x="1621269" y="2210485"/>
                </a:lnTo>
                <a:lnTo>
                  <a:pt x="1626095" y="2286685"/>
                </a:lnTo>
                <a:lnTo>
                  <a:pt x="1626489" y="2337485"/>
                </a:lnTo>
                <a:lnTo>
                  <a:pt x="1626781" y="2388285"/>
                </a:lnTo>
                <a:lnTo>
                  <a:pt x="1626895" y="2413685"/>
                </a:lnTo>
                <a:lnTo>
                  <a:pt x="1627009" y="2439085"/>
                </a:lnTo>
                <a:lnTo>
                  <a:pt x="1627098" y="2464485"/>
                </a:lnTo>
                <a:lnTo>
                  <a:pt x="1627174" y="2489885"/>
                </a:lnTo>
                <a:lnTo>
                  <a:pt x="1627289" y="2540685"/>
                </a:lnTo>
                <a:lnTo>
                  <a:pt x="1627403" y="3074085"/>
                </a:lnTo>
                <a:lnTo>
                  <a:pt x="1712226" y="3048685"/>
                </a:lnTo>
                <a:lnTo>
                  <a:pt x="1751876" y="3023285"/>
                </a:lnTo>
                <a:lnTo>
                  <a:pt x="1788223" y="2997885"/>
                </a:lnTo>
                <a:lnTo>
                  <a:pt x="1820164" y="2959785"/>
                </a:lnTo>
                <a:lnTo>
                  <a:pt x="1846580" y="2921685"/>
                </a:lnTo>
                <a:lnTo>
                  <a:pt x="1866392" y="2870885"/>
                </a:lnTo>
                <a:lnTo>
                  <a:pt x="1878482" y="2832785"/>
                </a:lnTo>
                <a:lnTo>
                  <a:pt x="1883206" y="2781985"/>
                </a:lnTo>
                <a:lnTo>
                  <a:pt x="1885213" y="2743885"/>
                </a:lnTo>
                <a:lnTo>
                  <a:pt x="1885581" y="2705785"/>
                </a:lnTo>
                <a:lnTo>
                  <a:pt x="1885670" y="2489885"/>
                </a:lnTo>
                <a:lnTo>
                  <a:pt x="1885784" y="2439085"/>
                </a:lnTo>
                <a:lnTo>
                  <a:pt x="1886064" y="2337485"/>
                </a:lnTo>
                <a:lnTo>
                  <a:pt x="1886127" y="2312085"/>
                </a:lnTo>
                <a:lnTo>
                  <a:pt x="1886204" y="2286685"/>
                </a:lnTo>
                <a:lnTo>
                  <a:pt x="1886280" y="2261285"/>
                </a:lnTo>
                <a:lnTo>
                  <a:pt x="1886343" y="2235885"/>
                </a:lnTo>
                <a:lnTo>
                  <a:pt x="1886458" y="2197785"/>
                </a:lnTo>
                <a:lnTo>
                  <a:pt x="1886851" y="2058085"/>
                </a:lnTo>
                <a:lnTo>
                  <a:pt x="1886966" y="2007285"/>
                </a:lnTo>
                <a:lnTo>
                  <a:pt x="1887080" y="1905685"/>
                </a:lnTo>
                <a:lnTo>
                  <a:pt x="1887118" y="1854885"/>
                </a:lnTo>
                <a:lnTo>
                  <a:pt x="1883727" y="1804085"/>
                </a:lnTo>
                <a:lnTo>
                  <a:pt x="1873897" y="1765985"/>
                </a:lnTo>
                <a:lnTo>
                  <a:pt x="1858086" y="1727885"/>
                </a:lnTo>
                <a:lnTo>
                  <a:pt x="1836737" y="1677085"/>
                </a:lnTo>
                <a:lnTo>
                  <a:pt x="1810321" y="1651685"/>
                </a:lnTo>
                <a:lnTo>
                  <a:pt x="1779320" y="1613585"/>
                </a:lnTo>
                <a:lnTo>
                  <a:pt x="1744179" y="1588185"/>
                </a:lnTo>
                <a:lnTo>
                  <a:pt x="1705368" y="1562785"/>
                </a:lnTo>
                <a:lnTo>
                  <a:pt x="1663344" y="1550085"/>
                </a:lnTo>
                <a:lnTo>
                  <a:pt x="1618564" y="1537385"/>
                </a:lnTo>
                <a:lnTo>
                  <a:pt x="1127023" y="1537385"/>
                </a:lnTo>
                <a:lnTo>
                  <a:pt x="1127023" y="4064685"/>
                </a:lnTo>
                <a:lnTo>
                  <a:pt x="1125829" y="4077385"/>
                </a:lnTo>
                <a:lnTo>
                  <a:pt x="1121524" y="4090085"/>
                </a:lnTo>
                <a:lnTo>
                  <a:pt x="1112977" y="4090085"/>
                </a:lnTo>
                <a:lnTo>
                  <a:pt x="1099083" y="4102785"/>
                </a:lnTo>
                <a:lnTo>
                  <a:pt x="1078077" y="4090085"/>
                </a:lnTo>
                <a:lnTo>
                  <a:pt x="1010170" y="4090085"/>
                </a:lnTo>
                <a:lnTo>
                  <a:pt x="1010170" y="4064685"/>
                </a:lnTo>
                <a:lnTo>
                  <a:pt x="1010513" y="4013885"/>
                </a:lnTo>
                <a:lnTo>
                  <a:pt x="1010805" y="3963085"/>
                </a:lnTo>
                <a:lnTo>
                  <a:pt x="1010996" y="3924985"/>
                </a:lnTo>
                <a:lnTo>
                  <a:pt x="1011059" y="3912285"/>
                </a:lnTo>
                <a:lnTo>
                  <a:pt x="1011440" y="3797985"/>
                </a:lnTo>
                <a:lnTo>
                  <a:pt x="1011580" y="3747185"/>
                </a:lnTo>
                <a:lnTo>
                  <a:pt x="1011682" y="3696385"/>
                </a:lnTo>
                <a:lnTo>
                  <a:pt x="1011770" y="3645585"/>
                </a:lnTo>
                <a:lnTo>
                  <a:pt x="1011885" y="3366185"/>
                </a:lnTo>
                <a:lnTo>
                  <a:pt x="1011910" y="3315385"/>
                </a:lnTo>
                <a:lnTo>
                  <a:pt x="1015987" y="3289985"/>
                </a:lnTo>
                <a:lnTo>
                  <a:pt x="1027595" y="3264585"/>
                </a:lnTo>
                <a:lnTo>
                  <a:pt x="1045743" y="3251885"/>
                </a:lnTo>
                <a:lnTo>
                  <a:pt x="1092136" y="3251885"/>
                </a:lnTo>
                <a:lnTo>
                  <a:pt x="1121181" y="3289985"/>
                </a:lnTo>
                <a:lnTo>
                  <a:pt x="1125550" y="3366185"/>
                </a:lnTo>
                <a:lnTo>
                  <a:pt x="1125778" y="3416985"/>
                </a:lnTo>
                <a:lnTo>
                  <a:pt x="1125931" y="3467785"/>
                </a:lnTo>
                <a:lnTo>
                  <a:pt x="1126032" y="3518585"/>
                </a:lnTo>
                <a:lnTo>
                  <a:pt x="1126096" y="3569385"/>
                </a:lnTo>
                <a:lnTo>
                  <a:pt x="1126223" y="3874185"/>
                </a:lnTo>
                <a:lnTo>
                  <a:pt x="1126324" y="3924985"/>
                </a:lnTo>
                <a:lnTo>
                  <a:pt x="1126705" y="4013885"/>
                </a:lnTo>
                <a:lnTo>
                  <a:pt x="1127023" y="4064685"/>
                </a:lnTo>
                <a:lnTo>
                  <a:pt x="1127023" y="1537385"/>
                </a:lnTo>
                <a:lnTo>
                  <a:pt x="519823" y="1537385"/>
                </a:lnTo>
                <a:lnTo>
                  <a:pt x="474713" y="1550085"/>
                </a:lnTo>
                <a:lnTo>
                  <a:pt x="432409" y="1562785"/>
                </a:lnTo>
                <a:lnTo>
                  <a:pt x="393369" y="1588185"/>
                </a:lnTo>
                <a:lnTo>
                  <a:pt x="358063" y="1613585"/>
                </a:lnTo>
                <a:lnTo>
                  <a:pt x="326936" y="1638985"/>
                </a:lnTo>
                <a:lnTo>
                  <a:pt x="300443" y="1677085"/>
                </a:lnTo>
                <a:lnTo>
                  <a:pt x="279057" y="1715185"/>
                </a:lnTo>
                <a:lnTo>
                  <a:pt x="263207" y="1765985"/>
                </a:lnTo>
                <a:lnTo>
                  <a:pt x="253365" y="1804085"/>
                </a:lnTo>
                <a:lnTo>
                  <a:pt x="249986" y="1854885"/>
                </a:lnTo>
                <a:lnTo>
                  <a:pt x="249707" y="1905685"/>
                </a:lnTo>
                <a:lnTo>
                  <a:pt x="249466" y="1956485"/>
                </a:lnTo>
                <a:lnTo>
                  <a:pt x="249250" y="2007285"/>
                </a:lnTo>
                <a:lnTo>
                  <a:pt x="248894" y="2108885"/>
                </a:lnTo>
                <a:lnTo>
                  <a:pt x="248729" y="2172385"/>
                </a:lnTo>
                <a:lnTo>
                  <a:pt x="248640" y="2210485"/>
                </a:lnTo>
                <a:lnTo>
                  <a:pt x="248539" y="2261285"/>
                </a:lnTo>
                <a:lnTo>
                  <a:pt x="248462" y="2312085"/>
                </a:lnTo>
                <a:lnTo>
                  <a:pt x="248348" y="2413685"/>
                </a:lnTo>
                <a:lnTo>
                  <a:pt x="248246" y="2769285"/>
                </a:lnTo>
                <a:lnTo>
                  <a:pt x="253174" y="2820085"/>
                </a:lnTo>
                <a:lnTo>
                  <a:pt x="265455" y="2870885"/>
                </a:lnTo>
                <a:lnTo>
                  <a:pt x="285254" y="2908985"/>
                </a:lnTo>
                <a:lnTo>
                  <a:pt x="312750" y="2959785"/>
                </a:lnTo>
                <a:lnTo>
                  <a:pt x="343941" y="2985185"/>
                </a:lnTo>
                <a:lnTo>
                  <a:pt x="379082" y="3023285"/>
                </a:lnTo>
                <a:lnTo>
                  <a:pt x="418325" y="3048685"/>
                </a:lnTo>
                <a:lnTo>
                  <a:pt x="461822" y="3061385"/>
                </a:lnTo>
                <a:lnTo>
                  <a:pt x="509765" y="3074085"/>
                </a:lnTo>
                <a:lnTo>
                  <a:pt x="509765" y="2235885"/>
                </a:lnTo>
                <a:lnTo>
                  <a:pt x="513575" y="2210485"/>
                </a:lnTo>
                <a:lnTo>
                  <a:pt x="524586" y="2185085"/>
                </a:lnTo>
                <a:lnTo>
                  <a:pt x="542124" y="2172385"/>
                </a:lnTo>
                <a:lnTo>
                  <a:pt x="589280" y="2172385"/>
                </a:lnTo>
                <a:lnTo>
                  <a:pt x="607618" y="2185085"/>
                </a:lnTo>
                <a:lnTo>
                  <a:pt x="619747" y="2210485"/>
                </a:lnTo>
                <a:lnTo>
                  <a:pt x="624840" y="2235885"/>
                </a:lnTo>
                <a:lnTo>
                  <a:pt x="624840" y="4102785"/>
                </a:lnTo>
                <a:lnTo>
                  <a:pt x="623100" y="4102785"/>
                </a:lnTo>
                <a:lnTo>
                  <a:pt x="624840" y="4115485"/>
                </a:lnTo>
                <a:lnTo>
                  <a:pt x="624205" y="4128185"/>
                </a:lnTo>
                <a:lnTo>
                  <a:pt x="619823" y="4128185"/>
                </a:lnTo>
                <a:lnTo>
                  <a:pt x="611835" y="4140885"/>
                </a:lnTo>
                <a:lnTo>
                  <a:pt x="600430" y="4140885"/>
                </a:lnTo>
                <a:lnTo>
                  <a:pt x="569074" y="4153585"/>
                </a:lnTo>
                <a:lnTo>
                  <a:pt x="537883" y="4153585"/>
                </a:lnTo>
                <a:lnTo>
                  <a:pt x="507022" y="4166285"/>
                </a:lnTo>
                <a:lnTo>
                  <a:pt x="426008" y="4191685"/>
                </a:lnTo>
                <a:lnTo>
                  <a:pt x="376250" y="4217086"/>
                </a:lnTo>
                <a:lnTo>
                  <a:pt x="327596" y="4229786"/>
                </a:lnTo>
                <a:lnTo>
                  <a:pt x="280276" y="4255186"/>
                </a:lnTo>
                <a:lnTo>
                  <a:pt x="234505" y="4280586"/>
                </a:lnTo>
                <a:lnTo>
                  <a:pt x="190512" y="4305986"/>
                </a:lnTo>
                <a:lnTo>
                  <a:pt x="148526" y="4344086"/>
                </a:lnTo>
                <a:lnTo>
                  <a:pt x="108762" y="4382186"/>
                </a:lnTo>
                <a:lnTo>
                  <a:pt x="75590" y="4407586"/>
                </a:lnTo>
                <a:lnTo>
                  <a:pt x="48450" y="4445686"/>
                </a:lnTo>
                <a:lnTo>
                  <a:pt x="27330" y="4483786"/>
                </a:lnTo>
                <a:lnTo>
                  <a:pt x="12217" y="4534586"/>
                </a:lnTo>
                <a:lnTo>
                  <a:pt x="3111" y="4572686"/>
                </a:lnTo>
                <a:lnTo>
                  <a:pt x="0" y="4610786"/>
                </a:lnTo>
                <a:lnTo>
                  <a:pt x="2882" y="4661586"/>
                </a:lnTo>
                <a:lnTo>
                  <a:pt x="11760" y="4699686"/>
                </a:lnTo>
                <a:lnTo>
                  <a:pt x="26619" y="4737786"/>
                </a:lnTo>
                <a:lnTo>
                  <a:pt x="47447" y="4775886"/>
                </a:lnTo>
                <a:lnTo>
                  <a:pt x="74244" y="4813986"/>
                </a:lnTo>
                <a:lnTo>
                  <a:pt x="107010" y="4852086"/>
                </a:lnTo>
                <a:lnTo>
                  <a:pt x="144564" y="4890186"/>
                </a:lnTo>
                <a:lnTo>
                  <a:pt x="183959" y="4915586"/>
                </a:lnTo>
                <a:lnTo>
                  <a:pt x="225082" y="4940986"/>
                </a:lnTo>
                <a:lnTo>
                  <a:pt x="267855" y="4966386"/>
                </a:lnTo>
                <a:lnTo>
                  <a:pt x="312191" y="4991786"/>
                </a:lnTo>
                <a:lnTo>
                  <a:pt x="357987" y="5017186"/>
                </a:lnTo>
                <a:lnTo>
                  <a:pt x="405155" y="5029886"/>
                </a:lnTo>
                <a:lnTo>
                  <a:pt x="751586" y="5118786"/>
                </a:lnTo>
                <a:lnTo>
                  <a:pt x="801319" y="5118786"/>
                </a:lnTo>
                <a:lnTo>
                  <a:pt x="851103" y="5131486"/>
                </a:lnTo>
                <a:lnTo>
                  <a:pt x="1251127" y="5131486"/>
                </a:lnTo>
                <a:lnTo>
                  <a:pt x="1301305" y="5118786"/>
                </a:lnTo>
                <a:lnTo>
                  <a:pt x="1351521" y="5118786"/>
                </a:lnTo>
                <a:lnTo>
                  <a:pt x="1401775" y="5106086"/>
                </a:lnTo>
                <a:lnTo>
                  <a:pt x="1452041" y="5106086"/>
                </a:lnTo>
                <a:lnTo>
                  <a:pt x="1603019" y="5067986"/>
                </a:lnTo>
                <a:lnTo>
                  <a:pt x="1742617" y="5029886"/>
                </a:lnTo>
                <a:lnTo>
                  <a:pt x="1787486" y="5004486"/>
                </a:lnTo>
                <a:lnTo>
                  <a:pt x="1831352" y="4991786"/>
                </a:lnTo>
                <a:lnTo>
                  <a:pt x="1874164" y="4966386"/>
                </a:lnTo>
                <a:lnTo>
                  <a:pt x="1915820" y="4940986"/>
                </a:lnTo>
                <a:lnTo>
                  <a:pt x="1936026" y="4928286"/>
                </a:lnTo>
                <a:lnTo>
                  <a:pt x="1956231" y="4915586"/>
                </a:lnTo>
                <a:lnTo>
                  <a:pt x="1995322" y="4890186"/>
                </a:lnTo>
                <a:lnTo>
                  <a:pt x="2031504" y="4852086"/>
                </a:lnTo>
                <a:lnTo>
                  <a:pt x="2062391" y="4813986"/>
                </a:lnTo>
                <a:lnTo>
                  <a:pt x="2087943" y="4775886"/>
                </a:lnTo>
                <a:lnTo>
                  <a:pt x="2108123" y="4737786"/>
                </a:lnTo>
                <a:lnTo>
                  <a:pt x="2122932" y="4699686"/>
                </a:lnTo>
                <a:lnTo>
                  <a:pt x="2132317" y="4661586"/>
                </a:lnTo>
                <a:lnTo>
                  <a:pt x="2136254" y="4623486"/>
                </a:lnTo>
                <a:close/>
              </a:path>
              <a:path w="5031740" h="5132070">
                <a:moveTo>
                  <a:pt x="3486302" y="618617"/>
                </a:moveTo>
                <a:lnTo>
                  <a:pt x="3482276" y="572160"/>
                </a:lnTo>
                <a:lnTo>
                  <a:pt x="3470643" y="528574"/>
                </a:lnTo>
                <a:lnTo>
                  <a:pt x="3452063" y="488518"/>
                </a:lnTo>
                <a:lnTo>
                  <a:pt x="3427184" y="452691"/>
                </a:lnTo>
                <a:lnTo>
                  <a:pt x="3396691" y="421754"/>
                </a:lnTo>
                <a:lnTo>
                  <a:pt x="3361232" y="396379"/>
                </a:lnTo>
                <a:lnTo>
                  <a:pt x="3321469" y="377253"/>
                </a:lnTo>
                <a:lnTo>
                  <a:pt x="3278060" y="365048"/>
                </a:lnTo>
                <a:lnTo>
                  <a:pt x="3231667" y="360426"/>
                </a:lnTo>
                <a:lnTo>
                  <a:pt x="3186201" y="364451"/>
                </a:lnTo>
                <a:lnTo>
                  <a:pt x="3143288" y="376034"/>
                </a:lnTo>
                <a:lnTo>
                  <a:pt x="3103638" y="394474"/>
                </a:lnTo>
                <a:lnTo>
                  <a:pt x="3067989" y="419087"/>
                </a:lnTo>
                <a:lnTo>
                  <a:pt x="3037078" y="449135"/>
                </a:lnTo>
                <a:lnTo>
                  <a:pt x="3011627" y="483946"/>
                </a:lnTo>
                <a:lnTo>
                  <a:pt x="2992361" y="522808"/>
                </a:lnTo>
                <a:lnTo>
                  <a:pt x="2980042" y="565010"/>
                </a:lnTo>
                <a:lnTo>
                  <a:pt x="2975381" y="609854"/>
                </a:lnTo>
                <a:lnTo>
                  <a:pt x="2978899" y="656907"/>
                </a:lnTo>
                <a:lnTo>
                  <a:pt x="2990138" y="701052"/>
                </a:lnTo>
                <a:lnTo>
                  <a:pt x="3008414" y="741603"/>
                </a:lnTo>
                <a:lnTo>
                  <a:pt x="3033064" y="777849"/>
                </a:lnTo>
                <a:lnTo>
                  <a:pt x="3063392" y="809078"/>
                </a:lnTo>
                <a:lnTo>
                  <a:pt x="3098749" y="834605"/>
                </a:lnTo>
                <a:lnTo>
                  <a:pt x="3138462" y="853706"/>
                </a:lnTo>
                <a:lnTo>
                  <a:pt x="3181845" y="865682"/>
                </a:lnTo>
                <a:lnTo>
                  <a:pt x="3228238" y="869823"/>
                </a:lnTo>
                <a:lnTo>
                  <a:pt x="3274682" y="866305"/>
                </a:lnTo>
                <a:lnTo>
                  <a:pt x="3318268" y="855065"/>
                </a:lnTo>
                <a:lnTo>
                  <a:pt x="3358299" y="836815"/>
                </a:lnTo>
                <a:lnTo>
                  <a:pt x="3394113" y="812241"/>
                </a:lnTo>
                <a:lnTo>
                  <a:pt x="3425025" y="782040"/>
                </a:lnTo>
                <a:lnTo>
                  <a:pt x="3450374" y="746887"/>
                </a:lnTo>
                <a:lnTo>
                  <a:pt x="3469487" y="707466"/>
                </a:lnTo>
                <a:lnTo>
                  <a:pt x="3481679" y="664489"/>
                </a:lnTo>
                <a:lnTo>
                  <a:pt x="3486302" y="618617"/>
                </a:lnTo>
                <a:close/>
              </a:path>
              <a:path w="5031740" h="5132070">
                <a:moveTo>
                  <a:pt x="3738575" y="1349108"/>
                </a:moveTo>
                <a:lnTo>
                  <a:pt x="3737889" y="1304290"/>
                </a:lnTo>
                <a:lnTo>
                  <a:pt x="3732555" y="1253502"/>
                </a:lnTo>
                <a:lnTo>
                  <a:pt x="3721544" y="1205103"/>
                </a:lnTo>
                <a:lnTo>
                  <a:pt x="3705123" y="1159421"/>
                </a:lnTo>
                <a:lnTo>
                  <a:pt x="3683584" y="1116787"/>
                </a:lnTo>
                <a:lnTo>
                  <a:pt x="3657206" y="1077518"/>
                </a:lnTo>
                <a:lnTo>
                  <a:pt x="3626281" y="1041946"/>
                </a:lnTo>
                <a:lnTo>
                  <a:pt x="3591090" y="1010386"/>
                </a:lnTo>
                <a:lnTo>
                  <a:pt x="3551910" y="983170"/>
                </a:lnTo>
                <a:lnTo>
                  <a:pt x="3509022" y="960615"/>
                </a:lnTo>
                <a:lnTo>
                  <a:pt x="3462718" y="943038"/>
                </a:lnTo>
                <a:lnTo>
                  <a:pt x="3413277" y="930783"/>
                </a:lnTo>
                <a:lnTo>
                  <a:pt x="3399320" y="928814"/>
                </a:lnTo>
                <a:lnTo>
                  <a:pt x="3388144" y="930960"/>
                </a:lnTo>
                <a:lnTo>
                  <a:pt x="3378606" y="937374"/>
                </a:lnTo>
                <a:lnTo>
                  <a:pt x="3369589" y="948182"/>
                </a:lnTo>
                <a:lnTo>
                  <a:pt x="3346729" y="982243"/>
                </a:lnTo>
                <a:lnTo>
                  <a:pt x="3299129" y="1051052"/>
                </a:lnTo>
                <a:lnTo>
                  <a:pt x="3275355" y="1086104"/>
                </a:lnTo>
                <a:lnTo>
                  <a:pt x="3252114" y="1111580"/>
                </a:lnTo>
                <a:lnTo>
                  <a:pt x="3230842" y="1119886"/>
                </a:lnTo>
                <a:lnTo>
                  <a:pt x="3209556" y="1110869"/>
                </a:lnTo>
                <a:lnTo>
                  <a:pt x="3186328" y="1084326"/>
                </a:lnTo>
                <a:lnTo>
                  <a:pt x="3161715" y="1049769"/>
                </a:lnTo>
                <a:lnTo>
                  <a:pt x="3137268" y="1014539"/>
                </a:lnTo>
                <a:lnTo>
                  <a:pt x="3112490" y="979322"/>
                </a:lnTo>
                <a:lnTo>
                  <a:pt x="3086887" y="944753"/>
                </a:lnTo>
                <a:lnTo>
                  <a:pt x="3055391" y="930783"/>
                </a:lnTo>
                <a:lnTo>
                  <a:pt x="3006077" y="941768"/>
                </a:lnTo>
                <a:lnTo>
                  <a:pt x="2960497" y="957237"/>
                </a:lnTo>
                <a:lnTo>
                  <a:pt x="2918625" y="977188"/>
                </a:lnTo>
                <a:lnTo>
                  <a:pt x="2880474" y="1001572"/>
                </a:lnTo>
                <a:lnTo>
                  <a:pt x="2845993" y="1030363"/>
                </a:lnTo>
                <a:lnTo>
                  <a:pt x="2815209" y="1063548"/>
                </a:lnTo>
                <a:lnTo>
                  <a:pt x="2788069" y="1101077"/>
                </a:lnTo>
                <a:lnTo>
                  <a:pt x="2764586" y="1142949"/>
                </a:lnTo>
                <a:lnTo>
                  <a:pt x="2744749" y="1189101"/>
                </a:lnTo>
                <a:lnTo>
                  <a:pt x="2731478" y="1238097"/>
                </a:lnTo>
                <a:lnTo>
                  <a:pt x="2725026" y="1287399"/>
                </a:lnTo>
                <a:lnTo>
                  <a:pt x="2723223" y="1336992"/>
                </a:lnTo>
                <a:lnTo>
                  <a:pt x="2723858" y="1386903"/>
                </a:lnTo>
                <a:lnTo>
                  <a:pt x="2724772" y="1437081"/>
                </a:lnTo>
                <a:lnTo>
                  <a:pt x="2723794" y="1487551"/>
                </a:lnTo>
                <a:lnTo>
                  <a:pt x="2914040" y="1487551"/>
                </a:lnTo>
                <a:lnTo>
                  <a:pt x="2912491" y="1447571"/>
                </a:lnTo>
                <a:lnTo>
                  <a:pt x="2908655" y="1370215"/>
                </a:lnTo>
                <a:lnTo>
                  <a:pt x="2907055" y="1332230"/>
                </a:lnTo>
                <a:lnTo>
                  <a:pt x="2908376" y="1308747"/>
                </a:lnTo>
                <a:lnTo>
                  <a:pt x="2914751" y="1290980"/>
                </a:lnTo>
                <a:lnTo>
                  <a:pt x="2926003" y="1279423"/>
                </a:lnTo>
                <a:lnTo>
                  <a:pt x="2941980" y="1274572"/>
                </a:lnTo>
                <a:lnTo>
                  <a:pt x="2958579" y="1277366"/>
                </a:lnTo>
                <a:lnTo>
                  <a:pt x="2982112" y="1328674"/>
                </a:lnTo>
                <a:lnTo>
                  <a:pt x="2984487" y="1368272"/>
                </a:lnTo>
                <a:lnTo>
                  <a:pt x="2988551" y="1448028"/>
                </a:lnTo>
                <a:lnTo>
                  <a:pt x="2990875" y="1487551"/>
                </a:lnTo>
                <a:lnTo>
                  <a:pt x="3470808" y="1487551"/>
                </a:lnTo>
                <a:lnTo>
                  <a:pt x="3471075" y="1478445"/>
                </a:lnTo>
                <a:lnTo>
                  <a:pt x="3472307" y="1460817"/>
                </a:lnTo>
                <a:lnTo>
                  <a:pt x="3472586" y="1452626"/>
                </a:lnTo>
                <a:lnTo>
                  <a:pt x="3474593" y="1420164"/>
                </a:lnTo>
                <a:lnTo>
                  <a:pt x="3475799" y="1388046"/>
                </a:lnTo>
                <a:lnTo>
                  <a:pt x="3477793" y="1323467"/>
                </a:lnTo>
                <a:lnTo>
                  <a:pt x="3499408" y="1278534"/>
                </a:lnTo>
                <a:lnTo>
                  <a:pt x="3517925" y="1274572"/>
                </a:lnTo>
                <a:lnTo>
                  <a:pt x="3535667" y="1279283"/>
                </a:lnTo>
                <a:lnTo>
                  <a:pt x="3547364" y="1289875"/>
                </a:lnTo>
                <a:lnTo>
                  <a:pt x="3553510" y="1305052"/>
                </a:lnTo>
                <a:lnTo>
                  <a:pt x="3554628" y="1323467"/>
                </a:lnTo>
                <a:lnTo>
                  <a:pt x="3554628" y="1354836"/>
                </a:lnTo>
                <a:lnTo>
                  <a:pt x="3552266" y="1387640"/>
                </a:lnTo>
                <a:lnTo>
                  <a:pt x="3550412" y="1420583"/>
                </a:lnTo>
                <a:lnTo>
                  <a:pt x="3547643" y="1487551"/>
                </a:lnTo>
                <a:lnTo>
                  <a:pt x="3737889" y="1487551"/>
                </a:lnTo>
                <a:lnTo>
                  <a:pt x="3738499" y="1394599"/>
                </a:lnTo>
                <a:lnTo>
                  <a:pt x="3738575" y="1349108"/>
                </a:lnTo>
                <a:close/>
              </a:path>
              <a:path w="5031740" h="5132070">
                <a:moveTo>
                  <a:pt x="4234713" y="1016000"/>
                </a:moveTo>
                <a:lnTo>
                  <a:pt x="4234154" y="965200"/>
                </a:lnTo>
                <a:lnTo>
                  <a:pt x="4231284" y="914400"/>
                </a:lnTo>
                <a:lnTo>
                  <a:pt x="4226166" y="863600"/>
                </a:lnTo>
                <a:lnTo>
                  <a:pt x="4218864" y="825500"/>
                </a:lnTo>
                <a:lnTo>
                  <a:pt x="4209402" y="774700"/>
                </a:lnTo>
                <a:lnTo>
                  <a:pt x="4197858" y="736600"/>
                </a:lnTo>
                <a:lnTo>
                  <a:pt x="4184294" y="685800"/>
                </a:lnTo>
                <a:lnTo>
                  <a:pt x="4168737" y="647700"/>
                </a:lnTo>
                <a:lnTo>
                  <a:pt x="4151274" y="609600"/>
                </a:lnTo>
                <a:lnTo>
                  <a:pt x="4131945" y="558800"/>
                </a:lnTo>
                <a:lnTo>
                  <a:pt x="4110799" y="520700"/>
                </a:lnTo>
                <a:lnTo>
                  <a:pt x="4087901" y="482600"/>
                </a:lnTo>
                <a:lnTo>
                  <a:pt x="4063314" y="444500"/>
                </a:lnTo>
                <a:lnTo>
                  <a:pt x="4048023" y="422300"/>
                </a:lnTo>
                <a:lnTo>
                  <a:pt x="4048023" y="1003300"/>
                </a:lnTo>
                <a:lnTo>
                  <a:pt x="4046817" y="1054100"/>
                </a:lnTo>
                <a:lnTo>
                  <a:pt x="4042867" y="1104900"/>
                </a:lnTo>
                <a:lnTo>
                  <a:pt x="4036263" y="1143000"/>
                </a:lnTo>
                <a:lnTo>
                  <a:pt x="4027093" y="1193800"/>
                </a:lnTo>
                <a:lnTo>
                  <a:pt x="4015409" y="1231900"/>
                </a:lnTo>
                <a:lnTo>
                  <a:pt x="4001312" y="1282700"/>
                </a:lnTo>
                <a:lnTo>
                  <a:pt x="3984866" y="1320800"/>
                </a:lnTo>
                <a:lnTo>
                  <a:pt x="3966172" y="1358900"/>
                </a:lnTo>
                <a:lnTo>
                  <a:pt x="3945293" y="1397000"/>
                </a:lnTo>
                <a:lnTo>
                  <a:pt x="3922318" y="1447800"/>
                </a:lnTo>
                <a:lnTo>
                  <a:pt x="3897312" y="1473200"/>
                </a:lnTo>
                <a:lnTo>
                  <a:pt x="3870375" y="1511300"/>
                </a:lnTo>
                <a:lnTo>
                  <a:pt x="3841572" y="1549400"/>
                </a:lnTo>
                <a:lnTo>
                  <a:pt x="3810990" y="1587500"/>
                </a:lnTo>
                <a:lnTo>
                  <a:pt x="3778694" y="1612900"/>
                </a:lnTo>
                <a:lnTo>
                  <a:pt x="3744785" y="1638300"/>
                </a:lnTo>
                <a:lnTo>
                  <a:pt x="3709339" y="1663700"/>
                </a:lnTo>
                <a:lnTo>
                  <a:pt x="3672421" y="1689100"/>
                </a:lnTo>
                <a:lnTo>
                  <a:pt x="3634117" y="1714500"/>
                </a:lnTo>
                <a:lnTo>
                  <a:pt x="3594519" y="1739900"/>
                </a:lnTo>
                <a:lnTo>
                  <a:pt x="3553688" y="1752600"/>
                </a:lnTo>
                <a:lnTo>
                  <a:pt x="3511715" y="1778000"/>
                </a:lnTo>
                <a:lnTo>
                  <a:pt x="3379724" y="1816100"/>
                </a:lnTo>
                <a:lnTo>
                  <a:pt x="3333966" y="1816100"/>
                </a:lnTo>
                <a:lnTo>
                  <a:pt x="3287471" y="1828800"/>
                </a:lnTo>
                <a:lnTo>
                  <a:pt x="3192208" y="1828800"/>
                </a:lnTo>
                <a:lnTo>
                  <a:pt x="3144799" y="1816100"/>
                </a:lnTo>
                <a:lnTo>
                  <a:pt x="3098177" y="1816100"/>
                </a:lnTo>
                <a:lnTo>
                  <a:pt x="2963735" y="1778000"/>
                </a:lnTo>
                <a:lnTo>
                  <a:pt x="2920987" y="1765300"/>
                </a:lnTo>
                <a:lnTo>
                  <a:pt x="2879420" y="1739900"/>
                </a:lnTo>
                <a:lnTo>
                  <a:pt x="2839097" y="1727200"/>
                </a:lnTo>
                <a:lnTo>
                  <a:pt x="2800096" y="1701800"/>
                </a:lnTo>
                <a:lnTo>
                  <a:pt x="2762504" y="1676400"/>
                </a:lnTo>
                <a:lnTo>
                  <a:pt x="2726398" y="1651000"/>
                </a:lnTo>
                <a:lnTo>
                  <a:pt x="2691854" y="1625600"/>
                </a:lnTo>
                <a:lnTo>
                  <a:pt x="2658948" y="1587500"/>
                </a:lnTo>
                <a:lnTo>
                  <a:pt x="2627782" y="1562100"/>
                </a:lnTo>
                <a:lnTo>
                  <a:pt x="2598407" y="1524000"/>
                </a:lnTo>
                <a:lnTo>
                  <a:pt x="2570911" y="1485900"/>
                </a:lnTo>
                <a:lnTo>
                  <a:pt x="2545372" y="1447800"/>
                </a:lnTo>
                <a:lnTo>
                  <a:pt x="2521877" y="1409700"/>
                </a:lnTo>
                <a:lnTo>
                  <a:pt x="2500490" y="1371600"/>
                </a:lnTo>
                <a:lnTo>
                  <a:pt x="2481313" y="1333500"/>
                </a:lnTo>
                <a:lnTo>
                  <a:pt x="2464397" y="1295400"/>
                </a:lnTo>
                <a:lnTo>
                  <a:pt x="2449855" y="1244600"/>
                </a:lnTo>
                <a:lnTo>
                  <a:pt x="2437727" y="1206500"/>
                </a:lnTo>
                <a:lnTo>
                  <a:pt x="2428125" y="1155700"/>
                </a:lnTo>
                <a:lnTo>
                  <a:pt x="2421115" y="1117600"/>
                </a:lnTo>
                <a:lnTo>
                  <a:pt x="2416772" y="1066800"/>
                </a:lnTo>
                <a:lnTo>
                  <a:pt x="2415184" y="1016000"/>
                </a:lnTo>
                <a:lnTo>
                  <a:pt x="2416365" y="977900"/>
                </a:lnTo>
                <a:lnTo>
                  <a:pt x="2420251" y="927100"/>
                </a:lnTo>
                <a:lnTo>
                  <a:pt x="2426779" y="876300"/>
                </a:lnTo>
                <a:lnTo>
                  <a:pt x="2435847" y="825500"/>
                </a:lnTo>
                <a:lnTo>
                  <a:pt x="2447404" y="787400"/>
                </a:lnTo>
                <a:lnTo>
                  <a:pt x="2461374" y="736600"/>
                </a:lnTo>
                <a:lnTo>
                  <a:pt x="2477668" y="698500"/>
                </a:lnTo>
                <a:lnTo>
                  <a:pt x="2496235" y="660400"/>
                </a:lnTo>
                <a:lnTo>
                  <a:pt x="2516975" y="609600"/>
                </a:lnTo>
                <a:lnTo>
                  <a:pt x="2539835" y="571500"/>
                </a:lnTo>
                <a:lnTo>
                  <a:pt x="2564727" y="533400"/>
                </a:lnTo>
                <a:lnTo>
                  <a:pt x="2591587" y="508000"/>
                </a:lnTo>
                <a:lnTo>
                  <a:pt x="2620340" y="469900"/>
                </a:lnTo>
                <a:lnTo>
                  <a:pt x="2650909" y="431800"/>
                </a:lnTo>
                <a:lnTo>
                  <a:pt x="2683218" y="406400"/>
                </a:lnTo>
                <a:lnTo>
                  <a:pt x="2717190" y="368300"/>
                </a:lnTo>
                <a:lnTo>
                  <a:pt x="2752763" y="342900"/>
                </a:lnTo>
                <a:lnTo>
                  <a:pt x="2789847" y="317500"/>
                </a:lnTo>
                <a:lnTo>
                  <a:pt x="2828391" y="292100"/>
                </a:lnTo>
                <a:lnTo>
                  <a:pt x="2868295" y="279400"/>
                </a:lnTo>
                <a:lnTo>
                  <a:pt x="2909506" y="254000"/>
                </a:lnTo>
                <a:lnTo>
                  <a:pt x="2995523" y="228600"/>
                </a:lnTo>
                <a:lnTo>
                  <a:pt x="3085846" y="203200"/>
                </a:lnTo>
                <a:lnTo>
                  <a:pt x="3132429" y="203200"/>
                </a:lnTo>
                <a:lnTo>
                  <a:pt x="3179876" y="190500"/>
                </a:lnTo>
                <a:lnTo>
                  <a:pt x="3275812" y="190500"/>
                </a:lnTo>
                <a:lnTo>
                  <a:pt x="3322840" y="203200"/>
                </a:lnTo>
                <a:lnTo>
                  <a:pt x="3369094" y="203200"/>
                </a:lnTo>
                <a:lnTo>
                  <a:pt x="3458984" y="228600"/>
                </a:lnTo>
                <a:lnTo>
                  <a:pt x="3544862" y="254000"/>
                </a:lnTo>
                <a:lnTo>
                  <a:pt x="3586111" y="279400"/>
                </a:lnTo>
                <a:lnTo>
                  <a:pt x="3626116" y="292100"/>
                </a:lnTo>
                <a:lnTo>
                  <a:pt x="3664813" y="317500"/>
                </a:lnTo>
                <a:lnTo>
                  <a:pt x="3702113" y="342900"/>
                </a:lnTo>
                <a:lnTo>
                  <a:pt x="3737940" y="368300"/>
                </a:lnTo>
                <a:lnTo>
                  <a:pt x="3772230" y="393700"/>
                </a:lnTo>
                <a:lnTo>
                  <a:pt x="3804894" y="431800"/>
                </a:lnTo>
                <a:lnTo>
                  <a:pt x="3835857" y="457200"/>
                </a:lnTo>
                <a:lnTo>
                  <a:pt x="3865029" y="495300"/>
                </a:lnTo>
                <a:lnTo>
                  <a:pt x="3892346" y="533400"/>
                </a:lnTo>
                <a:lnTo>
                  <a:pt x="3917734" y="571500"/>
                </a:lnTo>
                <a:lnTo>
                  <a:pt x="3941114" y="609600"/>
                </a:lnTo>
                <a:lnTo>
                  <a:pt x="3962387" y="647700"/>
                </a:lnTo>
                <a:lnTo>
                  <a:pt x="3981500" y="685800"/>
                </a:lnTo>
                <a:lnTo>
                  <a:pt x="3998366" y="736600"/>
                </a:lnTo>
                <a:lnTo>
                  <a:pt x="4012908" y="774700"/>
                </a:lnTo>
                <a:lnTo>
                  <a:pt x="4025049" y="825500"/>
                </a:lnTo>
                <a:lnTo>
                  <a:pt x="4034701" y="863600"/>
                </a:lnTo>
                <a:lnTo>
                  <a:pt x="4041800" y="914400"/>
                </a:lnTo>
                <a:lnTo>
                  <a:pt x="4046270" y="952500"/>
                </a:lnTo>
                <a:lnTo>
                  <a:pt x="4048023" y="1003300"/>
                </a:lnTo>
                <a:lnTo>
                  <a:pt x="4048023" y="422300"/>
                </a:lnTo>
                <a:lnTo>
                  <a:pt x="4037076" y="406400"/>
                </a:lnTo>
                <a:lnTo>
                  <a:pt x="4009250" y="381000"/>
                </a:lnTo>
                <a:lnTo>
                  <a:pt x="3979888" y="342900"/>
                </a:lnTo>
                <a:lnTo>
                  <a:pt x="3949052" y="304800"/>
                </a:lnTo>
                <a:lnTo>
                  <a:pt x="3916794" y="279400"/>
                </a:lnTo>
                <a:lnTo>
                  <a:pt x="3883164" y="241300"/>
                </a:lnTo>
                <a:lnTo>
                  <a:pt x="3848239" y="215900"/>
                </a:lnTo>
                <a:lnTo>
                  <a:pt x="3812044" y="190500"/>
                </a:lnTo>
                <a:lnTo>
                  <a:pt x="3774656" y="165100"/>
                </a:lnTo>
                <a:lnTo>
                  <a:pt x="3736124" y="139700"/>
                </a:lnTo>
                <a:lnTo>
                  <a:pt x="3696487" y="114300"/>
                </a:lnTo>
                <a:lnTo>
                  <a:pt x="3655834" y="101600"/>
                </a:lnTo>
                <a:lnTo>
                  <a:pt x="3614191" y="76200"/>
                </a:lnTo>
                <a:lnTo>
                  <a:pt x="3483953" y="38100"/>
                </a:lnTo>
                <a:lnTo>
                  <a:pt x="3393249" y="12700"/>
                </a:lnTo>
                <a:lnTo>
                  <a:pt x="3346907" y="12700"/>
                </a:lnTo>
                <a:lnTo>
                  <a:pt x="3299968" y="0"/>
                </a:lnTo>
                <a:lnTo>
                  <a:pt x="3204324" y="0"/>
                </a:lnTo>
                <a:lnTo>
                  <a:pt x="3156762" y="12700"/>
                </a:lnTo>
                <a:lnTo>
                  <a:pt x="3063595" y="12700"/>
                </a:lnTo>
                <a:lnTo>
                  <a:pt x="2973362" y="38100"/>
                </a:lnTo>
                <a:lnTo>
                  <a:pt x="2844330" y="76200"/>
                </a:lnTo>
                <a:lnTo>
                  <a:pt x="2803194" y="101600"/>
                </a:lnTo>
                <a:lnTo>
                  <a:pt x="2763075" y="114300"/>
                </a:lnTo>
                <a:lnTo>
                  <a:pt x="2724023" y="139700"/>
                </a:lnTo>
                <a:lnTo>
                  <a:pt x="2686075" y="165100"/>
                </a:lnTo>
                <a:lnTo>
                  <a:pt x="2649283" y="190500"/>
                </a:lnTo>
                <a:lnTo>
                  <a:pt x="2613698" y="215900"/>
                </a:lnTo>
                <a:lnTo>
                  <a:pt x="2579357" y="241300"/>
                </a:lnTo>
                <a:lnTo>
                  <a:pt x="2546312" y="279400"/>
                </a:lnTo>
                <a:lnTo>
                  <a:pt x="2514612" y="304800"/>
                </a:lnTo>
                <a:lnTo>
                  <a:pt x="2484297" y="342900"/>
                </a:lnTo>
                <a:lnTo>
                  <a:pt x="2455430" y="368300"/>
                </a:lnTo>
                <a:lnTo>
                  <a:pt x="2428036" y="406400"/>
                </a:lnTo>
                <a:lnTo>
                  <a:pt x="2402179" y="444500"/>
                </a:lnTo>
                <a:lnTo>
                  <a:pt x="2377897" y="482600"/>
                </a:lnTo>
                <a:lnTo>
                  <a:pt x="2355253" y="520700"/>
                </a:lnTo>
                <a:lnTo>
                  <a:pt x="2334260" y="558800"/>
                </a:lnTo>
                <a:lnTo>
                  <a:pt x="2315006" y="596900"/>
                </a:lnTo>
                <a:lnTo>
                  <a:pt x="2297506" y="635000"/>
                </a:lnTo>
                <a:lnTo>
                  <a:pt x="2281821" y="685800"/>
                </a:lnTo>
                <a:lnTo>
                  <a:pt x="2267991" y="723900"/>
                </a:lnTo>
                <a:lnTo>
                  <a:pt x="2256078" y="774700"/>
                </a:lnTo>
                <a:lnTo>
                  <a:pt x="2246109" y="812800"/>
                </a:lnTo>
                <a:lnTo>
                  <a:pt x="2238133" y="863600"/>
                </a:lnTo>
                <a:lnTo>
                  <a:pt x="2232215" y="914400"/>
                </a:lnTo>
                <a:lnTo>
                  <a:pt x="2228392" y="952500"/>
                </a:lnTo>
                <a:lnTo>
                  <a:pt x="2226716" y="1003300"/>
                </a:lnTo>
                <a:lnTo>
                  <a:pt x="2227262" y="1054100"/>
                </a:lnTo>
                <a:lnTo>
                  <a:pt x="2230132" y="1104900"/>
                </a:lnTo>
                <a:lnTo>
                  <a:pt x="2235250" y="1143000"/>
                </a:lnTo>
                <a:lnTo>
                  <a:pt x="2242578" y="1193800"/>
                </a:lnTo>
                <a:lnTo>
                  <a:pt x="2252053" y="1244600"/>
                </a:lnTo>
                <a:lnTo>
                  <a:pt x="2263610" y="1282700"/>
                </a:lnTo>
                <a:lnTo>
                  <a:pt x="2277211" y="1333500"/>
                </a:lnTo>
                <a:lnTo>
                  <a:pt x="2292807" y="1371600"/>
                </a:lnTo>
                <a:lnTo>
                  <a:pt x="2310320" y="1409700"/>
                </a:lnTo>
                <a:lnTo>
                  <a:pt x="2329726" y="1460500"/>
                </a:lnTo>
                <a:lnTo>
                  <a:pt x="2350935" y="1498600"/>
                </a:lnTo>
                <a:lnTo>
                  <a:pt x="2373922" y="1536700"/>
                </a:lnTo>
                <a:lnTo>
                  <a:pt x="2398636" y="1574800"/>
                </a:lnTo>
                <a:lnTo>
                  <a:pt x="2424988" y="1612900"/>
                </a:lnTo>
                <a:lnTo>
                  <a:pt x="2452967" y="1638300"/>
                </a:lnTo>
                <a:lnTo>
                  <a:pt x="2482481" y="1676400"/>
                </a:lnTo>
                <a:lnTo>
                  <a:pt x="2513507" y="1714500"/>
                </a:lnTo>
                <a:lnTo>
                  <a:pt x="2545969" y="1739900"/>
                </a:lnTo>
                <a:lnTo>
                  <a:pt x="2579827" y="1778000"/>
                </a:lnTo>
                <a:lnTo>
                  <a:pt x="2615019" y="1803400"/>
                </a:lnTo>
                <a:lnTo>
                  <a:pt x="2651493" y="1828800"/>
                </a:lnTo>
                <a:lnTo>
                  <a:pt x="2689199" y="1854200"/>
                </a:lnTo>
                <a:lnTo>
                  <a:pt x="2728074" y="1879600"/>
                </a:lnTo>
                <a:lnTo>
                  <a:pt x="2768066" y="1905000"/>
                </a:lnTo>
                <a:lnTo>
                  <a:pt x="2809125" y="1917700"/>
                </a:lnTo>
                <a:lnTo>
                  <a:pt x="2851188" y="1943100"/>
                </a:lnTo>
                <a:lnTo>
                  <a:pt x="2938157" y="1968500"/>
                </a:lnTo>
                <a:lnTo>
                  <a:pt x="3074835" y="2006600"/>
                </a:lnTo>
                <a:lnTo>
                  <a:pt x="3359086" y="2006600"/>
                </a:lnTo>
                <a:lnTo>
                  <a:pt x="3404933" y="1993900"/>
                </a:lnTo>
                <a:lnTo>
                  <a:pt x="3450056" y="1993900"/>
                </a:lnTo>
                <a:lnTo>
                  <a:pt x="3580663" y="1955800"/>
                </a:lnTo>
                <a:lnTo>
                  <a:pt x="3622446" y="1930400"/>
                </a:lnTo>
                <a:lnTo>
                  <a:pt x="3663277" y="1917700"/>
                </a:lnTo>
                <a:lnTo>
                  <a:pt x="3703104" y="1892300"/>
                </a:lnTo>
                <a:lnTo>
                  <a:pt x="3741877" y="1879600"/>
                </a:lnTo>
                <a:lnTo>
                  <a:pt x="3779545" y="1854200"/>
                </a:lnTo>
                <a:lnTo>
                  <a:pt x="3816070" y="1828800"/>
                </a:lnTo>
                <a:lnTo>
                  <a:pt x="3851414" y="1803400"/>
                </a:lnTo>
                <a:lnTo>
                  <a:pt x="3885514" y="1765300"/>
                </a:lnTo>
                <a:lnTo>
                  <a:pt x="3918318" y="1739900"/>
                </a:lnTo>
                <a:lnTo>
                  <a:pt x="3949789" y="1714500"/>
                </a:lnTo>
                <a:lnTo>
                  <a:pt x="3979888" y="1676400"/>
                </a:lnTo>
                <a:lnTo>
                  <a:pt x="4008551" y="1638300"/>
                </a:lnTo>
                <a:lnTo>
                  <a:pt x="4035729" y="1612900"/>
                </a:lnTo>
                <a:lnTo>
                  <a:pt x="4061396" y="1574800"/>
                </a:lnTo>
                <a:lnTo>
                  <a:pt x="4085475" y="1536700"/>
                </a:lnTo>
                <a:lnTo>
                  <a:pt x="4107954" y="1498600"/>
                </a:lnTo>
                <a:lnTo>
                  <a:pt x="4128757" y="1460500"/>
                </a:lnTo>
                <a:lnTo>
                  <a:pt x="4147845" y="1422400"/>
                </a:lnTo>
                <a:lnTo>
                  <a:pt x="4165168" y="1371600"/>
                </a:lnTo>
                <a:lnTo>
                  <a:pt x="4180687" y="1333500"/>
                </a:lnTo>
                <a:lnTo>
                  <a:pt x="4194352" y="1282700"/>
                </a:lnTo>
                <a:lnTo>
                  <a:pt x="4206113" y="1244600"/>
                </a:lnTo>
                <a:lnTo>
                  <a:pt x="4215930" y="1193800"/>
                </a:lnTo>
                <a:lnTo>
                  <a:pt x="4223740" y="1155700"/>
                </a:lnTo>
                <a:lnTo>
                  <a:pt x="4229506" y="1104900"/>
                </a:lnTo>
                <a:lnTo>
                  <a:pt x="4233176" y="1054100"/>
                </a:lnTo>
                <a:lnTo>
                  <a:pt x="4234713" y="1016000"/>
                </a:lnTo>
                <a:close/>
              </a:path>
              <a:path w="5031740" h="5132070">
                <a:moveTo>
                  <a:pt x="4826863" y="1709394"/>
                </a:moveTo>
                <a:lnTo>
                  <a:pt x="4801159" y="1646275"/>
                </a:lnTo>
                <a:lnTo>
                  <a:pt x="4724793" y="1608061"/>
                </a:lnTo>
                <a:lnTo>
                  <a:pt x="4679251" y="1590281"/>
                </a:lnTo>
                <a:lnTo>
                  <a:pt x="4633480" y="1572996"/>
                </a:lnTo>
                <a:lnTo>
                  <a:pt x="4541545" y="1539240"/>
                </a:lnTo>
                <a:lnTo>
                  <a:pt x="4508944" y="1534020"/>
                </a:lnTo>
                <a:lnTo>
                  <a:pt x="4478134" y="1540738"/>
                </a:lnTo>
                <a:lnTo>
                  <a:pt x="4451566" y="1557604"/>
                </a:lnTo>
                <a:lnTo>
                  <a:pt x="4431690" y="1582801"/>
                </a:lnTo>
                <a:lnTo>
                  <a:pt x="4420514" y="1612900"/>
                </a:lnTo>
                <a:lnTo>
                  <a:pt x="4420590" y="1643951"/>
                </a:lnTo>
                <a:lnTo>
                  <a:pt x="4431449" y="1673669"/>
                </a:lnTo>
                <a:lnTo>
                  <a:pt x="4452645" y="1699768"/>
                </a:lnTo>
                <a:lnTo>
                  <a:pt x="4463059" y="1710182"/>
                </a:lnTo>
                <a:lnTo>
                  <a:pt x="4470044" y="1715389"/>
                </a:lnTo>
                <a:lnTo>
                  <a:pt x="4448530" y="1724825"/>
                </a:lnTo>
                <a:lnTo>
                  <a:pt x="2292248" y="2603627"/>
                </a:lnTo>
                <a:lnTo>
                  <a:pt x="2260676" y="2627109"/>
                </a:lnTo>
                <a:lnTo>
                  <a:pt x="2238273" y="2661158"/>
                </a:lnTo>
                <a:lnTo>
                  <a:pt x="2231771" y="2687510"/>
                </a:lnTo>
                <a:lnTo>
                  <a:pt x="2233460" y="2713507"/>
                </a:lnTo>
                <a:lnTo>
                  <a:pt x="2243645" y="2738196"/>
                </a:lnTo>
                <a:lnTo>
                  <a:pt x="2262657" y="2760599"/>
                </a:lnTo>
                <a:lnTo>
                  <a:pt x="2288133" y="2776512"/>
                </a:lnTo>
                <a:lnTo>
                  <a:pt x="2314740" y="2783078"/>
                </a:lnTo>
                <a:lnTo>
                  <a:pt x="2342324" y="2781465"/>
                </a:lnTo>
                <a:lnTo>
                  <a:pt x="2370734" y="2772791"/>
                </a:lnTo>
                <a:lnTo>
                  <a:pt x="4545101" y="1889887"/>
                </a:lnTo>
                <a:lnTo>
                  <a:pt x="4541850" y="1912480"/>
                </a:lnTo>
                <a:lnTo>
                  <a:pt x="4557065" y="1978494"/>
                </a:lnTo>
                <a:lnTo>
                  <a:pt x="4607839" y="2015617"/>
                </a:lnTo>
                <a:lnTo>
                  <a:pt x="4639399" y="2019579"/>
                </a:lnTo>
                <a:lnTo>
                  <a:pt x="4669688" y="2013394"/>
                </a:lnTo>
                <a:lnTo>
                  <a:pt x="4715916" y="1971929"/>
                </a:lnTo>
                <a:lnTo>
                  <a:pt x="4758169" y="1882381"/>
                </a:lnTo>
                <a:lnTo>
                  <a:pt x="4779073" y="1837626"/>
                </a:lnTo>
                <a:lnTo>
                  <a:pt x="4799393" y="1792541"/>
                </a:lnTo>
                <a:lnTo>
                  <a:pt x="4818786" y="1746885"/>
                </a:lnTo>
                <a:lnTo>
                  <a:pt x="4826863" y="1709394"/>
                </a:lnTo>
                <a:close/>
              </a:path>
              <a:path w="5031740" h="5132070">
                <a:moveTo>
                  <a:pt x="5031384" y="3712210"/>
                </a:moveTo>
                <a:lnTo>
                  <a:pt x="5024742" y="3673195"/>
                </a:lnTo>
                <a:lnTo>
                  <a:pt x="5003419" y="3643312"/>
                </a:lnTo>
                <a:lnTo>
                  <a:pt x="4969027" y="3623919"/>
                </a:lnTo>
                <a:lnTo>
                  <a:pt x="4923180" y="3616325"/>
                </a:lnTo>
                <a:lnTo>
                  <a:pt x="4818532" y="3616325"/>
                </a:lnTo>
                <a:lnTo>
                  <a:pt x="4818532" y="2380869"/>
                </a:lnTo>
                <a:lnTo>
                  <a:pt x="4386097" y="2380869"/>
                </a:lnTo>
                <a:lnTo>
                  <a:pt x="4386097" y="3614547"/>
                </a:lnTo>
                <a:lnTo>
                  <a:pt x="4133240" y="3614547"/>
                </a:lnTo>
                <a:lnTo>
                  <a:pt x="4133240" y="2588514"/>
                </a:lnTo>
                <a:lnTo>
                  <a:pt x="3699027" y="2588514"/>
                </a:lnTo>
                <a:lnTo>
                  <a:pt x="3699027" y="3614547"/>
                </a:lnTo>
                <a:lnTo>
                  <a:pt x="3447948" y="3614547"/>
                </a:lnTo>
                <a:lnTo>
                  <a:pt x="3447948" y="2797937"/>
                </a:lnTo>
                <a:lnTo>
                  <a:pt x="3013735" y="2797937"/>
                </a:lnTo>
                <a:lnTo>
                  <a:pt x="3013735" y="3616325"/>
                </a:lnTo>
                <a:lnTo>
                  <a:pt x="2904680" y="3615867"/>
                </a:lnTo>
                <a:lnTo>
                  <a:pt x="2852293" y="3616274"/>
                </a:lnTo>
                <a:lnTo>
                  <a:pt x="2800883" y="3617976"/>
                </a:lnTo>
                <a:lnTo>
                  <a:pt x="2781109" y="3616375"/>
                </a:lnTo>
                <a:lnTo>
                  <a:pt x="2768219" y="3610343"/>
                </a:lnTo>
                <a:lnTo>
                  <a:pt x="2761208" y="3598100"/>
                </a:lnTo>
                <a:lnTo>
                  <a:pt x="2759100" y="3577844"/>
                </a:lnTo>
                <a:lnTo>
                  <a:pt x="2759532" y="3524948"/>
                </a:lnTo>
                <a:lnTo>
                  <a:pt x="2759875" y="3418903"/>
                </a:lnTo>
                <a:lnTo>
                  <a:pt x="2759100" y="3005582"/>
                </a:lnTo>
                <a:lnTo>
                  <a:pt x="2328316" y="3005582"/>
                </a:lnTo>
                <a:lnTo>
                  <a:pt x="2328316" y="3616325"/>
                </a:lnTo>
                <a:lnTo>
                  <a:pt x="2272982" y="3616541"/>
                </a:lnTo>
                <a:lnTo>
                  <a:pt x="2246465" y="3617023"/>
                </a:lnTo>
                <a:lnTo>
                  <a:pt x="2220239" y="3617976"/>
                </a:lnTo>
                <a:lnTo>
                  <a:pt x="2208492" y="3618065"/>
                </a:lnTo>
                <a:lnTo>
                  <a:pt x="2148014" y="3639883"/>
                </a:lnTo>
                <a:lnTo>
                  <a:pt x="2118233" y="3694684"/>
                </a:lnTo>
                <a:lnTo>
                  <a:pt x="2119020" y="3727958"/>
                </a:lnTo>
                <a:lnTo>
                  <a:pt x="2130475" y="3759847"/>
                </a:lnTo>
                <a:lnTo>
                  <a:pt x="2153056" y="3784054"/>
                </a:lnTo>
                <a:lnTo>
                  <a:pt x="2184768" y="3799421"/>
                </a:lnTo>
                <a:lnTo>
                  <a:pt x="2223668" y="3804793"/>
                </a:lnTo>
                <a:lnTo>
                  <a:pt x="4923180" y="3804793"/>
                </a:lnTo>
                <a:lnTo>
                  <a:pt x="4966347" y="3798189"/>
                </a:lnTo>
                <a:lnTo>
                  <a:pt x="5000180" y="3779456"/>
                </a:lnTo>
                <a:lnTo>
                  <a:pt x="5022558" y="3750259"/>
                </a:lnTo>
                <a:lnTo>
                  <a:pt x="5031384" y="3712210"/>
                </a:lnTo>
                <a:close/>
              </a:path>
            </a:pathLst>
          </a:custGeom>
          <a:solidFill>
            <a:srgbClr val="6E6E77">
              <a:alpha val="2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4987" y="2419629"/>
            <a:ext cx="3959860" cy="22129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8105" marR="59055" indent="-11430" algn="ctr">
              <a:lnSpc>
                <a:spcPct val="113999"/>
              </a:lnSpc>
              <a:spcBef>
                <a:spcPts val="90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Leaders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genuine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interest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growth,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development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well-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being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people.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celebrate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applaud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good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work.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never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shy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away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giving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receiving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candid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constructive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feedback.</a:t>
            </a:r>
            <a:r>
              <a:rPr sz="14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aim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to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create</a:t>
            </a:r>
            <a:r>
              <a:rPr sz="14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enjoyable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engaged</a:t>
            </a:r>
            <a:r>
              <a:rPr sz="14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work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place.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encourage</a:t>
            </a:r>
            <a:r>
              <a:rPr sz="14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expression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views</a:t>
            </a:r>
            <a:r>
              <a:rPr sz="14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opinions</a:t>
            </a:r>
            <a:endParaRPr sz="1400">
              <a:latin typeface="Arial MT"/>
              <a:cs typeface="Arial MT"/>
            </a:endParaRPr>
          </a:p>
          <a:p>
            <a:pPr marL="122555" marR="114300" algn="ctr">
              <a:lnSpc>
                <a:spcPct val="113599"/>
              </a:lnSpc>
              <a:spcBef>
                <a:spcPts val="15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listen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voice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people.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Leaders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make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people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decisions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merit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without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bias.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0120" y="1610994"/>
            <a:ext cx="3510915" cy="3220720"/>
          </a:xfrm>
          <a:custGeom>
            <a:avLst/>
            <a:gdLst/>
            <a:ahLst/>
            <a:cxnLst/>
            <a:rect l="l" t="t" r="r" b="b"/>
            <a:pathLst>
              <a:path w="3510915" h="3220720">
                <a:moveTo>
                  <a:pt x="2029548" y="3174936"/>
                </a:moveTo>
                <a:lnTo>
                  <a:pt x="1480908" y="3174936"/>
                </a:lnTo>
                <a:lnTo>
                  <a:pt x="1480908" y="3220643"/>
                </a:lnTo>
                <a:lnTo>
                  <a:pt x="2029548" y="3220643"/>
                </a:lnTo>
                <a:lnTo>
                  <a:pt x="2029548" y="3174936"/>
                </a:lnTo>
                <a:close/>
              </a:path>
              <a:path w="3510915" h="3220720">
                <a:moveTo>
                  <a:pt x="3510534" y="0"/>
                </a:moveTo>
                <a:lnTo>
                  <a:pt x="0" y="0"/>
                </a:lnTo>
                <a:lnTo>
                  <a:pt x="0" y="492429"/>
                </a:lnTo>
                <a:lnTo>
                  <a:pt x="3510534" y="492429"/>
                </a:lnTo>
                <a:lnTo>
                  <a:pt x="35105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3282" y="1574800"/>
            <a:ext cx="35032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PEOPLE</a:t>
            </a:r>
            <a:r>
              <a:rPr spc="-55"/>
              <a:t> </a:t>
            </a:r>
            <a:r>
              <a:rPr spc="-20"/>
              <a:t>FOCUS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EFC78468-21C5-1ABB-6A39-F80EB0D976B8}"/>
              </a:ext>
            </a:extLst>
          </p:cNvPr>
          <p:cNvSpPr txBox="1">
            <a:spLocks/>
          </p:cNvSpPr>
          <p:nvPr/>
        </p:nvSpPr>
        <p:spPr>
          <a:xfrm>
            <a:off x="762000" y="431800"/>
            <a:ext cx="35032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>
                <a:solidFill>
                  <a:schemeClr val="bg1"/>
                </a:solidFill>
              </a:rPr>
              <a:t>PEOPLE</a:t>
            </a:r>
            <a:r>
              <a:rPr lang="en-IN" spc="-55">
                <a:solidFill>
                  <a:schemeClr val="bg1"/>
                </a:solidFill>
              </a:rPr>
              <a:t> </a:t>
            </a:r>
            <a:r>
              <a:rPr lang="en-IN" spc="-20">
                <a:solidFill>
                  <a:schemeClr val="bg1"/>
                </a:solidFill>
              </a:rPr>
              <a:t>FOCUS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2BBB0D-9F82-CF4F-C8D4-A654AF09BFFA}"/>
              </a:ext>
            </a:extLst>
          </p:cNvPr>
          <p:cNvSpPr txBox="1"/>
          <p:nvPr/>
        </p:nvSpPr>
        <p:spPr>
          <a:xfrm>
            <a:off x="381000" y="1574800"/>
            <a:ext cx="457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People are our most precious asset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We should never ignore people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made people decisions based on merit, without any bias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demonstrated genuine interest in the growth, development and well-being of team members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38AFE-0B65-D048-9FDA-D3A6DC6A93D3}"/>
              </a:ext>
            </a:extLst>
          </p:cNvPr>
          <p:cNvSpPr txBox="1"/>
          <p:nvPr/>
        </p:nvSpPr>
        <p:spPr>
          <a:xfrm>
            <a:off x="2057400" y="88900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pic>
        <p:nvPicPr>
          <p:cNvPr id="3" name="Graphic 2" descr="Questions with solid fill">
            <a:extLst>
              <a:ext uri="{FF2B5EF4-FFF2-40B4-BE49-F238E27FC236}">
                <a16:creationId xmlns:a16="http://schemas.microsoft.com/office/drawing/2014/main" id="{68350F9B-06F3-A6B5-CA75-180622011D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90886" y="734619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790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ED7CDB8C-4813-95A9-E6E1-EEAD0F8A1623}"/>
              </a:ext>
            </a:extLst>
          </p:cNvPr>
          <p:cNvSpPr txBox="1">
            <a:spLocks/>
          </p:cNvSpPr>
          <p:nvPr/>
        </p:nvSpPr>
        <p:spPr>
          <a:xfrm>
            <a:off x="762000" y="431800"/>
            <a:ext cx="35032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>
                <a:solidFill>
                  <a:schemeClr val="bg1"/>
                </a:solidFill>
              </a:rPr>
              <a:t>PEOPLE</a:t>
            </a:r>
            <a:r>
              <a:rPr lang="en-IN" spc="-55">
                <a:solidFill>
                  <a:schemeClr val="bg1"/>
                </a:solidFill>
              </a:rPr>
              <a:t> </a:t>
            </a:r>
            <a:r>
              <a:rPr lang="en-IN" spc="-20">
                <a:solidFill>
                  <a:schemeClr val="bg1"/>
                </a:solidFill>
              </a:rPr>
              <a:t>FOCUS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436C74-E892-051B-1D9E-CF57F124A447}"/>
              </a:ext>
            </a:extLst>
          </p:cNvPr>
          <p:cNvSpPr txBox="1"/>
          <p:nvPr/>
        </p:nvSpPr>
        <p:spPr>
          <a:xfrm>
            <a:off x="381000" y="1574800"/>
            <a:ext cx="457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People are our most precious asset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We should never ignore people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rgbClr val="00B050"/>
                </a:solidFill>
                <a:effectLst/>
              </a:rPr>
              <a:t>I made people decisions based on merit, without any bias</a:t>
            </a:r>
            <a:endParaRPr lang="en-IN" sz="2400" b="0" i="0" u="none" strike="noStrike">
              <a:solidFill>
                <a:srgbClr val="00B050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rgbClr val="00B050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en-IN" sz="2400">
                <a:solidFill>
                  <a:srgbClr val="00B050"/>
                </a:solidFill>
              </a:rPr>
              <a:t>D</a:t>
            </a:r>
            <a:r>
              <a:rPr lang="en-IN" sz="2400" u="none" strike="noStrike">
                <a:solidFill>
                  <a:srgbClr val="00B050"/>
                </a:solidFill>
                <a:effectLst/>
              </a:rPr>
              <a:t>emonstrated genuine interest in the growth, development and well-being of team members</a:t>
            </a:r>
            <a:endParaRPr lang="en-US" sz="240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F970B-9AC3-BFC4-1BCB-DFAB393AA2ED}"/>
              </a:ext>
            </a:extLst>
          </p:cNvPr>
          <p:cNvSpPr txBox="1"/>
          <p:nvPr/>
        </p:nvSpPr>
        <p:spPr>
          <a:xfrm>
            <a:off x="2057400" y="88900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AAB03954-470A-6866-6562-AF74D49AE2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95073" y="837326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869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>
            <a:extLst>
              <a:ext uri="{FF2B5EF4-FFF2-40B4-BE49-F238E27FC236}">
                <a16:creationId xmlns:a16="http://schemas.microsoft.com/office/drawing/2014/main" id="{FB01D8F2-FF32-FCCC-B8E3-61706F07A2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747" y="965200"/>
            <a:ext cx="35032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>
                <a:solidFill>
                  <a:schemeClr val="bg1"/>
                </a:solidFill>
              </a:rPr>
              <a:t>PEOPLE</a:t>
            </a:r>
            <a:r>
              <a:rPr spc="-55">
                <a:solidFill>
                  <a:schemeClr val="bg1"/>
                </a:solidFill>
              </a:rPr>
              <a:t> </a:t>
            </a:r>
            <a:r>
              <a:rPr spc="-20">
                <a:solidFill>
                  <a:schemeClr val="bg1"/>
                </a:solidFill>
              </a:rPr>
              <a:t>FOCUS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E6F0F6-3432-22E6-4CDB-A17B483563B1}"/>
              </a:ext>
            </a:extLst>
          </p:cNvPr>
          <p:cNvSpPr txBox="1"/>
          <p:nvPr/>
        </p:nvSpPr>
        <p:spPr>
          <a:xfrm>
            <a:off x="457200" y="2717800"/>
            <a:ext cx="443240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Living the Leadership Principle</a:t>
            </a: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r>
              <a:rPr lang="en-US" sz="3600">
                <a:solidFill>
                  <a:schemeClr val="bg1"/>
                </a:solidFill>
              </a:rPr>
              <a:t>Experience sharing</a:t>
            </a:r>
          </a:p>
        </p:txBody>
      </p:sp>
    </p:spTree>
    <p:extLst>
      <p:ext uri="{BB962C8B-B14F-4D97-AF65-F5344CB8AC3E}">
        <p14:creationId xmlns:p14="http://schemas.microsoft.com/office/powerpoint/2010/main" val="10279354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E1EE09-CEAD-8375-A5FD-C8299ECAC9AF}"/>
              </a:ext>
            </a:extLst>
          </p:cNvPr>
          <p:cNvSpPr txBox="1"/>
          <p:nvPr/>
        </p:nvSpPr>
        <p:spPr>
          <a:xfrm>
            <a:off x="304800" y="1456689"/>
            <a:ext cx="48387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Kavita, a team manager, made it a point to know each team member’s strengths and career goals. When her team successfully closed a tough client deal, she celebrated their achievement openly, boosting morale.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She also encouraged open dialogue, inviting everyone’s ideas in team meetings and providing honest, constructive feedback regularly. When promotions came around, Kavita ensured decisions were fair and merit-based, recognizing talent regardless of background.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Her team felt valued, motivated, and engaged—a direct result of her genuine care and inclusive leadership.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FA6C0E-0418-D10D-873A-291B2F67D3DF}"/>
              </a:ext>
            </a:extLst>
          </p:cNvPr>
          <p:cNvSpPr txBox="1"/>
          <p:nvPr/>
        </p:nvSpPr>
        <p:spPr>
          <a:xfrm>
            <a:off x="1975144" y="886767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Situation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81AFBDE-2494-6563-64D2-07DFE5DD4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747" y="279400"/>
            <a:ext cx="35032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>
                <a:solidFill>
                  <a:schemeClr val="bg1"/>
                </a:solidFill>
              </a:rPr>
              <a:t>PEOPLE</a:t>
            </a:r>
            <a:r>
              <a:rPr spc="-55">
                <a:solidFill>
                  <a:schemeClr val="bg1"/>
                </a:solidFill>
              </a:rPr>
              <a:t> </a:t>
            </a:r>
            <a:r>
              <a:rPr spc="-20">
                <a:solidFill>
                  <a:schemeClr val="bg1"/>
                </a:solidFill>
              </a:rPr>
              <a:t>FOCUS</a:t>
            </a:r>
          </a:p>
        </p:txBody>
      </p:sp>
    </p:spTree>
    <p:extLst>
      <p:ext uri="{BB962C8B-B14F-4D97-AF65-F5344CB8AC3E}">
        <p14:creationId xmlns:p14="http://schemas.microsoft.com/office/powerpoint/2010/main" val="15043424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D27979-99DA-9046-4F47-C51B4E0270CD}"/>
              </a:ext>
            </a:extLst>
          </p:cNvPr>
          <p:cNvSpPr txBox="1"/>
          <p:nvPr/>
        </p:nvSpPr>
        <p:spPr>
          <a:xfrm>
            <a:off x="533400" y="1117600"/>
            <a:ext cx="4495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Demonstrated genuine interest in the growth, development and well-being of team members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Celebrated success and applauded good work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Never shied away from receiving and giving candid and constructive feedback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Strived to create an enjoyable workplace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Encouraged expression of views and opinions and listened to the voice of team members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Made people decisions based on merit, without any bias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77BA6E-D22D-AB04-EEE7-6A172A461927}"/>
              </a:ext>
            </a:extLst>
          </p:cNvPr>
          <p:cNvSpPr txBox="1"/>
          <p:nvPr/>
        </p:nvSpPr>
        <p:spPr>
          <a:xfrm>
            <a:off x="1746270" y="279400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Evidences</a:t>
            </a:r>
          </a:p>
        </p:txBody>
      </p:sp>
      <p:pic>
        <p:nvPicPr>
          <p:cNvPr id="2" name="Graphic 1" descr="Questions with solid fill">
            <a:extLst>
              <a:ext uri="{FF2B5EF4-FFF2-40B4-BE49-F238E27FC236}">
                <a16:creationId xmlns:a16="http://schemas.microsoft.com/office/drawing/2014/main" id="{37BA8788-25B2-3134-02EC-E22FE0FD11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45075" y="398165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194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4B20FE-C764-CDF0-D9FB-E91EE9412A98}"/>
              </a:ext>
            </a:extLst>
          </p:cNvPr>
          <p:cNvSpPr txBox="1"/>
          <p:nvPr/>
        </p:nvSpPr>
        <p:spPr>
          <a:xfrm>
            <a:off x="533400" y="1117600"/>
            <a:ext cx="4495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Demonstrated genuine interest in the growth, development and well-being of team members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Celebrated success and applauded good work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Never shied away from receiving and giving candid and constructive feedback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Strived to create an enjoyable workplace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Encouraged expression of views and opinions and listened to the voice of team members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Made people decisions based on merit, without any bias</a:t>
            </a: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6CC0ACE9-1BD8-E6A3-13CF-2A2ACD572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2633" y="526760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579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6838" y="0"/>
            <a:ext cx="228600" cy="352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26838" y="0"/>
            <a:ext cx="228600" cy="3524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marL="59055">
              <a:lnSpc>
                <a:spcPct val="100000"/>
              </a:lnSpc>
              <a:spcBef>
                <a:spcPts val="5"/>
              </a:spcBef>
            </a:pP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26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07207" y="1436585"/>
            <a:ext cx="2523490" cy="2416175"/>
          </a:xfrm>
          <a:custGeom>
            <a:avLst/>
            <a:gdLst/>
            <a:ahLst/>
            <a:cxnLst/>
            <a:rect l="l" t="t" r="r" b="b"/>
            <a:pathLst>
              <a:path w="2523490" h="2416175">
                <a:moveTo>
                  <a:pt x="1403481" y="0"/>
                </a:moveTo>
                <a:lnTo>
                  <a:pt x="1252342" y="622"/>
                </a:lnTo>
                <a:lnTo>
                  <a:pt x="647776" y="6896"/>
                </a:lnTo>
                <a:lnTo>
                  <a:pt x="496627" y="7223"/>
                </a:lnTo>
                <a:lnTo>
                  <a:pt x="395859" y="6706"/>
                </a:lnTo>
                <a:lnTo>
                  <a:pt x="354593" y="10022"/>
                </a:lnTo>
                <a:lnTo>
                  <a:pt x="313293" y="17517"/>
                </a:lnTo>
                <a:lnTo>
                  <a:pt x="271968" y="25512"/>
                </a:lnTo>
                <a:lnTo>
                  <a:pt x="230631" y="30328"/>
                </a:lnTo>
                <a:lnTo>
                  <a:pt x="176779" y="39569"/>
                </a:lnTo>
                <a:lnTo>
                  <a:pt x="132766" y="58786"/>
                </a:lnTo>
                <a:lnTo>
                  <a:pt x="97932" y="87034"/>
                </a:lnTo>
                <a:lnTo>
                  <a:pt x="71618" y="123367"/>
                </a:lnTo>
                <a:lnTo>
                  <a:pt x="53164" y="166841"/>
                </a:lnTo>
                <a:lnTo>
                  <a:pt x="41910" y="216510"/>
                </a:lnTo>
                <a:lnTo>
                  <a:pt x="34880" y="266624"/>
                </a:lnTo>
                <a:lnTo>
                  <a:pt x="28680" y="316782"/>
                </a:lnTo>
                <a:lnTo>
                  <a:pt x="23266" y="366984"/>
                </a:lnTo>
                <a:lnTo>
                  <a:pt x="18595" y="417230"/>
                </a:lnTo>
                <a:lnTo>
                  <a:pt x="14623" y="467519"/>
                </a:lnTo>
                <a:lnTo>
                  <a:pt x="11306" y="517853"/>
                </a:lnTo>
                <a:lnTo>
                  <a:pt x="8600" y="568230"/>
                </a:lnTo>
                <a:lnTo>
                  <a:pt x="6462" y="618651"/>
                </a:lnTo>
                <a:lnTo>
                  <a:pt x="4847" y="669115"/>
                </a:lnTo>
                <a:lnTo>
                  <a:pt x="3712" y="719623"/>
                </a:lnTo>
                <a:lnTo>
                  <a:pt x="3013" y="770174"/>
                </a:lnTo>
                <a:lnTo>
                  <a:pt x="2707" y="820767"/>
                </a:lnTo>
                <a:lnTo>
                  <a:pt x="2750" y="871404"/>
                </a:lnTo>
                <a:lnTo>
                  <a:pt x="3097" y="922084"/>
                </a:lnTo>
                <a:lnTo>
                  <a:pt x="4531" y="1023572"/>
                </a:lnTo>
                <a:lnTo>
                  <a:pt x="7874" y="1176122"/>
                </a:lnTo>
                <a:lnTo>
                  <a:pt x="15152" y="1231244"/>
                </a:lnTo>
                <a:lnTo>
                  <a:pt x="36671" y="1255148"/>
                </a:lnTo>
                <a:lnTo>
                  <a:pt x="71953" y="1253953"/>
                </a:lnTo>
                <a:lnTo>
                  <a:pt x="120523" y="1233780"/>
                </a:lnTo>
                <a:lnTo>
                  <a:pt x="163880" y="1211916"/>
                </a:lnTo>
                <a:lnTo>
                  <a:pt x="207392" y="1190353"/>
                </a:lnTo>
                <a:lnTo>
                  <a:pt x="251057" y="1169076"/>
                </a:lnTo>
                <a:lnTo>
                  <a:pt x="294876" y="1148066"/>
                </a:lnTo>
                <a:lnTo>
                  <a:pt x="338851" y="1127307"/>
                </a:lnTo>
                <a:lnTo>
                  <a:pt x="382983" y="1106779"/>
                </a:lnTo>
                <a:lnTo>
                  <a:pt x="471717" y="1066352"/>
                </a:lnTo>
                <a:lnTo>
                  <a:pt x="561086" y="1026643"/>
                </a:lnTo>
                <a:lnTo>
                  <a:pt x="605434" y="1006543"/>
                </a:lnTo>
                <a:lnTo>
                  <a:pt x="649463" y="985732"/>
                </a:lnTo>
                <a:lnTo>
                  <a:pt x="780705" y="921761"/>
                </a:lnTo>
                <a:lnTo>
                  <a:pt x="824531" y="900834"/>
                </a:lnTo>
                <a:lnTo>
                  <a:pt x="868577" y="880561"/>
                </a:lnTo>
                <a:lnTo>
                  <a:pt x="912951" y="861214"/>
                </a:lnTo>
                <a:lnTo>
                  <a:pt x="957760" y="843067"/>
                </a:lnTo>
                <a:lnTo>
                  <a:pt x="1003113" y="826392"/>
                </a:lnTo>
                <a:lnTo>
                  <a:pt x="1049118" y="811462"/>
                </a:lnTo>
                <a:lnTo>
                  <a:pt x="1095883" y="798551"/>
                </a:lnTo>
                <a:lnTo>
                  <a:pt x="1101332" y="806854"/>
                </a:lnTo>
                <a:lnTo>
                  <a:pt x="1106043" y="815633"/>
                </a:lnTo>
                <a:lnTo>
                  <a:pt x="1114297" y="832714"/>
                </a:lnTo>
                <a:lnTo>
                  <a:pt x="1072897" y="864065"/>
                </a:lnTo>
                <a:lnTo>
                  <a:pt x="1031033" y="894928"/>
                </a:lnTo>
                <a:lnTo>
                  <a:pt x="988192" y="924815"/>
                </a:lnTo>
                <a:lnTo>
                  <a:pt x="901000" y="980763"/>
                </a:lnTo>
                <a:lnTo>
                  <a:pt x="557804" y="1199723"/>
                </a:lnTo>
                <a:lnTo>
                  <a:pt x="83819" y="1498702"/>
                </a:lnTo>
                <a:lnTo>
                  <a:pt x="52667" y="1517728"/>
                </a:lnTo>
                <a:lnTo>
                  <a:pt x="25193" y="1538993"/>
                </a:lnTo>
                <a:lnTo>
                  <a:pt x="6078" y="1567639"/>
                </a:lnTo>
                <a:lnTo>
                  <a:pt x="0" y="1608811"/>
                </a:lnTo>
                <a:lnTo>
                  <a:pt x="2000" y="1657840"/>
                </a:lnTo>
                <a:lnTo>
                  <a:pt x="2982" y="1707022"/>
                </a:lnTo>
                <a:lnTo>
                  <a:pt x="3292" y="1756315"/>
                </a:lnTo>
                <a:lnTo>
                  <a:pt x="3280" y="1855053"/>
                </a:lnTo>
                <a:lnTo>
                  <a:pt x="3650" y="1904411"/>
                </a:lnTo>
                <a:lnTo>
                  <a:pt x="4731" y="1953703"/>
                </a:lnTo>
                <a:lnTo>
                  <a:pt x="6870" y="2002885"/>
                </a:lnTo>
                <a:lnTo>
                  <a:pt x="10414" y="2051914"/>
                </a:lnTo>
                <a:lnTo>
                  <a:pt x="17249" y="2107227"/>
                </a:lnTo>
                <a:lnTo>
                  <a:pt x="27365" y="2156691"/>
                </a:lnTo>
                <a:lnTo>
                  <a:pt x="40991" y="2200570"/>
                </a:lnTo>
                <a:lnTo>
                  <a:pt x="58354" y="2239126"/>
                </a:lnTo>
                <a:lnTo>
                  <a:pt x="79682" y="2272624"/>
                </a:lnTo>
                <a:lnTo>
                  <a:pt x="105203" y="2301326"/>
                </a:lnTo>
                <a:lnTo>
                  <a:pt x="135146" y="2325496"/>
                </a:lnTo>
                <a:lnTo>
                  <a:pt x="169737" y="2345397"/>
                </a:lnTo>
                <a:lnTo>
                  <a:pt x="209206" y="2361292"/>
                </a:lnTo>
                <a:lnTo>
                  <a:pt x="253780" y="2373445"/>
                </a:lnTo>
                <a:lnTo>
                  <a:pt x="303687" y="2382118"/>
                </a:lnTo>
                <a:lnTo>
                  <a:pt x="359156" y="2387575"/>
                </a:lnTo>
                <a:lnTo>
                  <a:pt x="408968" y="2391208"/>
                </a:lnTo>
                <a:lnTo>
                  <a:pt x="458780" y="2394547"/>
                </a:lnTo>
                <a:lnTo>
                  <a:pt x="508592" y="2397604"/>
                </a:lnTo>
                <a:lnTo>
                  <a:pt x="558405" y="2400388"/>
                </a:lnTo>
                <a:lnTo>
                  <a:pt x="608217" y="2402908"/>
                </a:lnTo>
                <a:lnTo>
                  <a:pt x="707843" y="2407195"/>
                </a:lnTo>
                <a:lnTo>
                  <a:pt x="807470" y="2410543"/>
                </a:lnTo>
                <a:lnTo>
                  <a:pt x="907099" y="2413029"/>
                </a:lnTo>
                <a:lnTo>
                  <a:pt x="1006729" y="2414728"/>
                </a:lnTo>
                <a:lnTo>
                  <a:pt x="1106361" y="2415718"/>
                </a:lnTo>
                <a:lnTo>
                  <a:pt x="1205995" y="2416076"/>
                </a:lnTo>
                <a:lnTo>
                  <a:pt x="1355452" y="2415596"/>
                </a:lnTo>
                <a:lnTo>
                  <a:pt x="1504915" y="2414125"/>
                </a:lnTo>
                <a:lnTo>
                  <a:pt x="1704213" y="2411070"/>
                </a:lnTo>
                <a:lnTo>
                  <a:pt x="1753974" y="2409355"/>
                </a:lnTo>
                <a:lnTo>
                  <a:pt x="1803634" y="2406902"/>
                </a:lnTo>
                <a:lnTo>
                  <a:pt x="1853201" y="2403849"/>
                </a:lnTo>
                <a:lnTo>
                  <a:pt x="1902685" y="2400332"/>
                </a:lnTo>
                <a:lnTo>
                  <a:pt x="2149179" y="2380549"/>
                </a:lnTo>
                <a:lnTo>
                  <a:pt x="2198357" y="2377107"/>
                </a:lnTo>
                <a:lnTo>
                  <a:pt x="2247517" y="2374154"/>
                </a:lnTo>
                <a:lnTo>
                  <a:pt x="2296668" y="2371827"/>
                </a:lnTo>
                <a:lnTo>
                  <a:pt x="2353083" y="2364694"/>
                </a:lnTo>
                <a:lnTo>
                  <a:pt x="2397437" y="2348356"/>
                </a:lnTo>
                <a:lnTo>
                  <a:pt x="2431152" y="2323541"/>
                </a:lnTo>
                <a:lnTo>
                  <a:pt x="2455649" y="2290983"/>
                </a:lnTo>
                <a:lnTo>
                  <a:pt x="2472351" y="2251410"/>
                </a:lnTo>
                <a:lnTo>
                  <a:pt x="2482680" y="2205556"/>
                </a:lnTo>
                <a:lnTo>
                  <a:pt x="2488057" y="2154149"/>
                </a:lnTo>
                <a:lnTo>
                  <a:pt x="2491584" y="2103121"/>
                </a:lnTo>
                <a:lnTo>
                  <a:pt x="2498115" y="2001032"/>
                </a:lnTo>
                <a:lnTo>
                  <a:pt x="2503933" y="1898907"/>
                </a:lnTo>
                <a:lnTo>
                  <a:pt x="2509024" y="1796749"/>
                </a:lnTo>
                <a:lnTo>
                  <a:pt x="2513373" y="1694563"/>
                </a:lnTo>
                <a:lnTo>
                  <a:pt x="2516965" y="1592355"/>
                </a:lnTo>
                <a:lnTo>
                  <a:pt x="2519785" y="1490128"/>
                </a:lnTo>
                <a:lnTo>
                  <a:pt x="2521819" y="1387889"/>
                </a:lnTo>
                <a:lnTo>
                  <a:pt x="2523052" y="1285640"/>
                </a:lnTo>
                <a:lnTo>
                  <a:pt x="2523469" y="1183389"/>
                </a:lnTo>
                <a:lnTo>
                  <a:pt x="2523055" y="1081138"/>
                </a:lnTo>
                <a:lnTo>
                  <a:pt x="2521795" y="978893"/>
                </a:lnTo>
                <a:lnTo>
                  <a:pt x="2519675" y="876660"/>
                </a:lnTo>
                <a:lnTo>
                  <a:pt x="2516680" y="774442"/>
                </a:lnTo>
                <a:lnTo>
                  <a:pt x="2512794" y="672244"/>
                </a:lnTo>
                <a:lnTo>
                  <a:pt x="2508004" y="570072"/>
                </a:lnTo>
                <a:lnTo>
                  <a:pt x="2502294" y="467929"/>
                </a:lnTo>
                <a:lnTo>
                  <a:pt x="2495650" y="365822"/>
                </a:lnTo>
                <a:lnTo>
                  <a:pt x="2488057" y="263754"/>
                </a:lnTo>
                <a:lnTo>
                  <a:pt x="2481371" y="201030"/>
                </a:lnTo>
                <a:lnTo>
                  <a:pt x="2471955" y="151367"/>
                </a:lnTo>
                <a:lnTo>
                  <a:pt x="2458057" y="113075"/>
                </a:lnTo>
                <a:lnTo>
                  <a:pt x="2409800" y="63838"/>
                </a:lnTo>
                <a:lnTo>
                  <a:pt x="2371935" y="49513"/>
                </a:lnTo>
                <a:lnTo>
                  <a:pt x="2322574" y="39796"/>
                </a:lnTo>
                <a:lnTo>
                  <a:pt x="2259965" y="32995"/>
                </a:lnTo>
                <a:lnTo>
                  <a:pt x="2209580" y="28515"/>
                </a:lnTo>
                <a:lnTo>
                  <a:pt x="2159196" y="24432"/>
                </a:lnTo>
                <a:lnTo>
                  <a:pt x="2108813" y="20733"/>
                </a:lnTo>
                <a:lnTo>
                  <a:pt x="2058430" y="17399"/>
                </a:lnTo>
                <a:lnTo>
                  <a:pt x="2008047" y="14415"/>
                </a:lnTo>
                <a:lnTo>
                  <a:pt x="1957665" y="11764"/>
                </a:lnTo>
                <a:lnTo>
                  <a:pt x="1907284" y="9432"/>
                </a:lnTo>
                <a:lnTo>
                  <a:pt x="1856902" y="7400"/>
                </a:lnTo>
                <a:lnTo>
                  <a:pt x="1806521" y="5654"/>
                </a:lnTo>
                <a:lnTo>
                  <a:pt x="1705760" y="2951"/>
                </a:lnTo>
                <a:lnTo>
                  <a:pt x="1605000" y="1194"/>
                </a:lnTo>
                <a:lnTo>
                  <a:pt x="1504240" y="254"/>
                </a:lnTo>
                <a:lnTo>
                  <a:pt x="1403481" y="0"/>
                </a:lnTo>
                <a:close/>
              </a:path>
            </a:pathLst>
          </a:custGeom>
          <a:solidFill>
            <a:srgbClr val="6E6E77">
              <a:alpha val="3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85590" y="4156138"/>
            <a:ext cx="852169" cy="835025"/>
          </a:xfrm>
          <a:custGeom>
            <a:avLst/>
            <a:gdLst/>
            <a:ahLst/>
            <a:cxnLst/>
            <a:rect l="l" t="t" r="r" b="b"/>
            <a:pathLst>
              <a:path w="852170" h="835025">
                <a:moveTo>
                  <a:pt x="432562" y="0"/>
                </a:moveTo>
                <a:lnTo>
                  <a:pt x="382226" y="2193"/>
                </a:lnTo>
                <a:lnTo>
                  <a:pt x="333642" y="9725"/>
                </a:lnTo>
                <a:lnTo>
                  <a:pt x="287120" y="22308"/>
                </a:lnTo>
                <a:lnTo>
                  <a:pt x="242969" y="39655"/>
                </a:lnTo>
                <a:lnTo>
                  <a:pt x="201499" y="61480"/>
                </a:lnTo>
                <a:lnTo>
                  <a:pt x="163020" y="87494"/>
                </a:lnTo>
                <a:lnTo>
                  <a:pt x="127841" y="117411"/>
                </a:lnTo>
                <a:lnTo>
                  <a:pt x="96271" y="150944"/>
                </a:lnTo>
                <a:lnTo>
                  <a:pt x="68621" y="187805"/>
                </a:lnTo>
                <a:lnTo>
                  <a:pt x="45200" y="227707"/>
                </a:lnTo>
                <a:lnTo>
                  <a:pt x="26318" y="270364"/>
                </a:lnTo>
                <a:lnTo>
                  <a:pt x="12284" y="315487"/>
                </a:lnTo>
                <a:lnTo>
                  <a:pt x="3408" y="362791"/>
                </a:lnTo>
                <a:lnTo>
                  <a:pt x="0" y="411988"/>
                </a:lnTo>
                <a:lnTo>
                  <a:pt x="2382" y="460338"/>
                </a:lnTo>
                <a:lnTo>
                  <a:pt x="10442" y="507292"/>
                </a:lnTo>
                <a:lnTo>
                  <a:pt x="23835" y="552501"/>
                </a:lnTo>
                <a:lnTo>
                  <a:pt x="42218" y="595614"/>
                </a:lnTo>
                <a:lnTo>
                  <a:pt x="65245" y="636282"/>
                </a:lnTo>
                <a:lnTo>
                  <a:pt x="92573" y="674154"/>
                </a:lnTo>
                <a:lnTo>
                  <a:pt x="123856" y="708882"/>
                </a:lnTo>
                <a:lnTo>
                  <a:pt x="158752" y="740114"/>
                </a:lnTo>
                <a:lnTo>
                  <a:pt x="196915" y="767501"/>
                </a:lnTo>
                <a:lnTo>
                  <a:pt x="238000" y="790694"/>
                </a:lnTo>
                <a:lnTo>
                  <a:pt x="281665" y="809341"/>
                </a:lnTo>
                <a:lnTo>
                  <a:pt x="327564" y="823094"/>
                </a:lnTo>
                <a:lnTo>
                  <a:pt x="375353" y="831603"/>
                </a:lnTo>
                <a:lnTo>
                  <a:pt x="424688" y="834517"/>
                </a:lnTo>
                <a:lnTo>
                  <a:pt x="471739" y="832504"/>
                </a:lnTo>
                <a:lnTo>
                  <a:pt x="517267" y="825581"/>
                </a:lnTo>
                <a:lnTo>
                  <a:pt x="561011" y="814019"/>
                </a:lnTo>
                <a:lnTo>
                  <a:pt x="602711" y="798087"/>
                </a:lnTo>
                <a:lnTo>
                  <a:pt x="642107" y="778058"/>
                </a:lnTo>
                <a:lnTo>
                  <a:pt x="678937" y="754202"/>
                </a:lnTo>
                <a:lnTo>
                  <a:pt x="712943" y="726789"/>
                </a:lnTo>
                <a:lnTo>
                  <a:pt x="743863" y="696092"/>
                </a:lnTo>
                <a:lnTo>
                  <a:pt x="771437" y="662381"/>
                </a:lnTo>
                <a:lnTo>
                  <a:pt x="795405" y="625926"/>
                </a:lnTo>
                <a:lnTo>
                  <a:pt x="815507" y="586999"/>
                </a:lnTo>
                <a:lnTo>
                  <a:pt x="831482" y="545871"/>
                </a:lnTo>
                <a:lnTo>
                  <a:pt x="843069" y="502812"/>
                </a:lnTo>
                <a:lnTo>
                  <a:pt x="850010" y="458094"/>
                </a:lnTo>
                <a:lnTo>
                  <a:pt x="852043" y="411988"/>
                </a:lnTo>
                <a:lnTo>
                  <a:pt x="848281" y="363334"/>
                </a:lnTo>
                <a:lnTo>
                  <a:pt x="839410" y="316561"/>
                </a:lnTo>
                <a:lnTo>
                  <a:pt x="825697" y="271935"/>
                </a:lnTo>
                <a:lnTo>
                  <a:pt x="807413" y="229729"/>
                </a:lnTo>
                <a:lnTo>
                  <a:pt x="784829" y="190210"/>
                </a:lnTo>
                <a:lnTo>
                  <a:pt x="758213" y="153650"/>
                </a:lnTo>
                <a:lnTo>
                  <a:pt x="727837" y="120316"/>
                </a:lnTo>
                <a:lnTo>
                  <a:pt x="693969" y="90480"/>
                </a:lnTo>
                <a:lnTo>
                  <a:pt x="656879" y="64410"/>
                </a:lnTo>
                <a:lnTo>
                  <a:pt x="616839" y="42377"/>
                </a:lnTo>
                <a:lnTo>
                  <a:pt x="574117" y="24649"/>
                </a:lnTo>
                <a:lnTo>
                  <a:pt x="528983" y="11498"/>
                </a:lnTo>
                <a:lnTo>
                  <a:pt x="481708" y="3191"/>
                </a:lnTo>
                <a:lnTo>
                  <a:pt x="432562" y="0"/>
                </a:lnTo>
                <a:close/>
              </a:path>
            </a:pathLst>
          </a:custGeom>
          <a:solidFill>
            <a:srgbClr val="6E6E77">
              <a:alpha val="3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30" y="3131565"/>
            <a:ext cx="5276850" cy="4392295"/>
          </a:xfrm>
          <a:custGeom>
            <a:avLst/>
            <a:gdLst/>
            <a:ahLst/>
            <a:cxnLst/>
            <a:rect l="l" t="t" r="r" b="b"/>
            <a:pathLst>
              <a:path w="5276850" h="4392295">
                <a:moveTo>
                  <a:pt x="580428" y="4125430"/>
                </a:moveTo>
                <a:lnTo>
                  <a:pt x="575056" y="4099839"/>
                </a:lnTo>
                <a:lnTo>
                  <a:pt x="561086" y="4087393"/>
                </a:lnTo>
                <a:lnTo>
                  <a:pt x="541705" y="4083380"/>
                </a:lnTo>
                <a:lnTo>
                  <a:pt x="520128" y="4083088"/>
                </a:lnTo>
                <a:lnTo>
                  <a:pt x="320840" y="4083088"/>
                </a:lnTo>
                <a:lnTo>
                  <a:pt x="124180" y="4083088"/>
                </a:lnTo>
                <a:lnTo>
                  <a:pt x="102133" y="4083380"/>
                </a:lnTo>
                <a:lnTo>
                  <a:pt x="81572" y="4087393"/>
                </a:lnTo>
                <a:lnTo>
                  <a:pt x="65913" y="4099839"/>
                </a:lnTo>
                <a:lnTo>
                  <a:pt x="58623" y="4125430"/>
                </a:lnTo>
                <a:lnTo>
                  <a:pt x="61328" y="4151147"/>
                </a:lnTo>
                <a:lnTo>
                  <a:pt x="72390" y="4166438"/>
                </a:lnTo>
                <a:lnTo>
                  <a:pt x="90335" y="4173804"/>
                </a:lnTo>
                <a:lnTo>
                  <a:pt x="113690" y="4175696"/>
                </a:lnTo>
                <a:lnTo>
                  <a:pt x="525373" y="4175696"/>
                </a:lnTo>
                <a:lnTo>
                  <a:pt x="547611" y="4174172"/>
                </a:lnTo>
                <a:lnTo>
                  <a:pt x="565683" y="4167428"/>
                </a:lnTo>
                <a:lnTo>
                  <a:pt x="577354" y="4152265"/>
                </a:lnTo>
                <a:lnTo>
                  <a:pt x="580428" y="4125430"/>
                </a:lnTo>
                <a:close/>
              </a:path>
              <a:path w="5276850" h="4392295">
                <a:moveTo>
                  <a:pt x="886269" y="408813"/>
                </a:moveTo>
                <a:lnTo>
                  <a:pt x="883259" y="359727"/>
                </a:lnTo>
                <a:lnTo>
                  <a:pt x="874509" y="311924"/>
                </a:lnTo>
                <a:lnTo>
                  <a:pt x="860425" y="265849"/>
                </a:lnTo>
                <a:lnTo>
                  <a:pt x="841400" y="221983"/>
                </a:lnTo>
                <a:lnTo>
                  <a:pt x="817829" y="180746"/>
                </a:lnTo>
                <a:lnTo>
                  <a:pt x="790117" y="142608"/>
                </a:lnTo>
                <a:lnTo>
                  <a:pt x="758685" y="108000"/>
                </a:lnTo>
                <a:lnTo>
                  <a:pt x="723900" y="77393"/>
                </a:lnTo>
                <a:lnTo>
                  <a:pt x="686181" y="51231"/>
                </a:lnTo>
                <a:lnTo>
                  <a:pt x="645934" y="29959"/>
                </a:lnTo>
                <a:lnTo>
                  <a:pt x="603554" y="14033"/>
                </a:lnTo>
                <a:lnTo>
                  <a:pt x="559435" y="3898"/>
                </a:lnTo>
                <a:lnTo>
                  <a:pt x="513994" y="0"/>
                </a:lnTo>
                <a:lnTo>
                  <a:pt x="466991" y="2540"/>
                </a:lnTo>
                <a:lnTo>
                  <a:pt x="421843" y="11125"/>
                </a:lnTo>
                <a:lnTo>
                  <a:pt x="378853" y="25412"/>
                </a:lnTo>
                <a:lnTo>
                  <a:pt x="338391" y="45021"/>
                </a:lnTo>
                <a:lnTo>
                  <a:pt x="300799" y="69583"/>
                </a:lnTo>
                <a:lnTo>
                  <a:pt x="266407" y="98755"/>
                </a:lnTo>
                <a:lnTo>
                  <a:pt x="235572" y="132143"/>
                </a:lnTo>
                <a:lnTo>
                  <a:pt x="208622" y="169405"/>
                </a:lnTo>
                <a:lnTo>
                  <a:pt x="185915" y="210172"/>
                </a:lnTo>
                <a:lnTo>
                  <a:pt x="167792" y="254076"/>
                </a:lnTo>
                <a:lnTo>
                  <a:pt x="154584" y="300748"/>
                </a:lnTo>
                <a:lnTo>
                  <a:pt x="146659" y="349821"/>
                </a:lnTo>
                <a:lnTo>
                  <a:pt x="144348" y="400939"/>
                </a:lnTo>
                <a:lnTo>
                  <a:pt x="147688" y="444741"/>
                </a:lnTo>
                <a:lnTo>
                  <a:pt x="157340" y="488657"/>
                </a:lnTo>
                <a:lnTo>
                  <a:pt x="172694" y="532079"/>
                </a:lnTo>
                <a:lnTo>
                  <a:pt x="193179" y="574370"/>
                </a:lnTo>
                <a:lnTo>
                  <a:pt x="218211" y="614921"/>
                </a:lnTo>
                <a:lnTo>
                  <a:pt x="247180" y="653110"/>
                </a:lnTo>
                <a:lnTo>
                  <a:pt x="279527" y="688301"/>
                </a:lnTo>
                <a:lnTo>
                  <a:pt x="314642" y="719886"/>
                </a:lnTo>
                <a:lnTo>
                  <a:pt x="351955" y="747229"/>
                </a:lnTo>
                <a:lnTo>
                  <a:pt x="390880" y="769708"/>
                </a:lnTo>
                <a:lnTo>
                  <a:pt x="430809" y="786714"/>
                </a:lnTo>
                <a:lnTo>
                  <a:pt x="471170" y="797598"/>
                </a:lnTo>
                <a:lnTo>
                  <a:pt x="511378" y="801751"/>
                </a:lnTo>
                <a:lnTo>
                  <a:pt x="552221" y="799249"/>
                </a:lnTo>
                <a:lnTo>
                  <a:pt x="593305" y="789774"/>
                </a:lnTo>
                <a:lnTo>
                  <a:pt x="634009" y="773950"/>
                </a:lnTo>
                <a:lnTo>
                  <a:pt x="673722" y="752436"/>
                </a:lnTo>
                <a:lnTo>
                  <a:pt x="711835" y="725868"/>
                </a:lnTo>
                <a:lnTo>
                  <a:pt x="747750" y="694905"/>
                </a:lnTo>
                <a:lnTo>
                  <a:pt x="780846" y="660171"/>
                </a:lnTo>
                <a:lnTo>
                  <a:pt x="810526" y="622312"/>
                </a:lnTo>
                <a:lnTo>
                  <a:pt x="836168" y="581990"/>
                </a:lnTo>
                <a:lnTo>
                  <a:pt x="857173" y="539838"/>
                </a:lnTo>
                <a:lnTo>
                  <a:pt x="872921" y="496493"/>
                </a:lnTo>
                <a:lnTo>
                  <a:pt x="882827" y="452602"/>
                </a:lnTo>
                <a:lnTo>
                  <a:pt x="886269" y="408813"/>
                </a:lnTo>
                <a:close/>
              </a:path>
              <a:path w="5276850" h="4392295">
                <a:moveTo>
                  <a:pt x="1744027" y="2274824"/>
                </a:moveTo>
                <a:lnTo>
                  <a:pt x="1742173" y="2227453"/>
                </a:lnTo>
                <a:lnTo>
                  <a:pt x="1735721" y="2181822"/>
                </a:lnTo>
                <a:lnTo>
                  <a:pt x="1724850" y="2138172"/>
                </a:lnTo>
                <a:lnTo>
                  <a:pt x="1709788" y="2096706"/>
                </a:lnTo>
                <a:lnTo>
                  <a:pt x="1690738" y="2057654"/>
                </a:lnTo>
                <a:lnTo>
                  <a:pt x="1667916" y="2021230"/>
                </a:lnTo>
                <a:lnTo>
                  <a:pt x="1641538" y="1987651"/>
                </a:lnTo>
                <a:lnTo>
                  <a:pt x="1611795" y="1957146"/>
                </a:lnTo>
                <a:lnTo>
                  <a:pt x="1578902" y="1929917"/>
                </a:lnTo>
                <a:lnTo>
                  <a:pt x="1543088" y="1906206"/>
                </a:lnTo>
                <a:lnTo>
                  <a:pt x="1504543" y="1886204"/>
                </a:lnTo>
                <a:lnTo>
                  <a:pt x="1463484" y="1870151"/>
                </a:lnTo>
                <a:lnTo>
                  <a:pt x="1420126" y="1858264"/>
                </a:lnTo>
                <a:lnTo>
                  <a:pt x="1374673" y="1850758"/>
                </a:lnTo>
                <a:lnTo>
                  <a:pt x="1327340" y="1847850"/>
                </a:lnTo>
                <a:lnTo>
                  <a:pt x="1280744" y="1849831"/>
                </a:lnTo>
                <a:lnTo>
                  <a:pt x="1235544" y="1856638"/>
                </a:lnTo>
                <a:lnTo>
                  <a:pt x="1191996" y="1868030"/>
                </a:lnTo>
                <a:lnTo>
                  <a:pt x="1150391" y="1883714"/>
                </a:lnTo>
                <a:lnTo>
                  <a:pt x="1110983" y="1903437"/>
                </a:lnTo>
                <a:lnTo>
                  <a:pt x="1074051" y="1926945"/>
                </a:lnTo>
                <a:lnTo>
                  <a:pt x="1039850" y="1953945"/>
                </a:lnTo>
                <a:lnTo>
                  <a:pt x="1008659" y="1984197"/>
                </a:lnTo>
                <a:lnTo>
                  <a:pt x="980757" y="2017407"/>
                </a:lnTo>
                <a:lnTo>
                  <a:pt x="956411" y="2053336"/>
                </a:lnTo>
                <a:lnTo>
                  <a:pt x="935875" y="2091715"/>
                </a:lnTo>
                <a:lnTo>
                  <a:pt x="919441" y="2132253"/>
                </a:lnTo>
                <a:lnTo>
                  <a:pt x="907364" y="2174710"/>
                </a:lnTo>
                <a:lnTo>
                  <a:pt x="899922" y="2218817"/>
                </a:lnTo>
                <a:lnTo>
                  <a:pt x="897382" y="2264283"/>
                </a:lnTo>
                <a:lnTo>
                  <a:pt x="899845" y="2310714"/>
                </a:lnTo>
                <a:lnTo>
                  <a:pt x="907122" y="2355507"/>
                </a:lnTo>
                <a:lnTo>
                  <a:pt x="918933" y="2398433"/>
                </a:lnTo>
                <a:lnTo>
                  <a:pt x="935050" y="2439263"/>
                </a:lnTo>
                <a:lnTo>
                  <a:pt x="955243" y="2477757"/>
                </a:lnTo>
                <a:lnTo>
                  <a:pt x="979246" y="2513698"/>
                </a:lnTo>
                <a:lnTo>
                  <a:pt x="1006830" y="2546832"/>
                </a:lnTo>
                <a:lnTo>
                  <a:pt x="1037755" y="2576944"/>
                </a:lnTo>
                <a:lnTo>
                  <a:pt x="1071778" y="2603792"/>
                </a:lnTo>
                <a:lnTo>
                  <a:pt x="1108659" y="2627147"/>
                </a:lnTo>
                <a:lnTo>
                  <a:pt x="1148130" y="2646769"/>
                </a:lnTo>
                <a:lnTo>
                  <a:pt x="1189990" y="2662440"/>
                </a:lnTo>
                <a:lnTo>
                  <a:pt x="1233970" y="2673921"/>
                </a:lnTo>
                <a:lnTo>
                  <a:pt x="1279829" y="2680982"/>
                </a:lnTo>
                <a:lnTo>
                  <a:pt x="1327340" y="2683383"/>
                </a:lnTo>
                <a:lnTo>
                  <a:pt x="1376476" y="2680716"/>
                </a:lnTo>
                <a:lnTo>
                  <a:pt x="1423746" y="2672854"/>
                </a:lnTo>
                <a:lnTo>
                  <a:pt x="1468843" y="2660091"/>
                </a:lnTo>
                <a:lnTo>
                  <a:pt x="1511528" y="2642717"/>
                </a:lnTo>
                <a:lnTo>
                  <a:pt x="1551495" y="2620975"/>
                </a:lnTo>
                <a:lnTo>
                  <a:pt x="1588477" y="2595168"/>
                </a:lnTo>
                <a:lnTo>
                  <a:pt x="1622209" y="2565552"/>
                </a:lnTo>
                <a:lnTo>
                  <a:pt x="1652409" y="2532405"/>
                </a:lnTo>
                <a:lnTo>
                  <a:pt x="1678800" y="2496007"/>
                </a:lnTo>
                <a:lnTo>
                  <a:pt x="1701114" y="2456637"/>
                </a:lnTo>
                <a:lnTo>
                  <a:pt x="1719059" y="2414549"/>
                </a:lnTo>
                <a:lnTo>
                  <a:pt x="1732381" y="2370036"/>
                </a:lnTo>
                <a:lnTo>
                  <a:pt x="1740789" y="2323376"/>
                </a:lnTo>
                <a:lnTo>
                  <a:pt x="1744027" y="2274824"/>
                </a:lnTo>
                <a:close/>
              </a:path>
              <a:path w="5276850" h="4392295">
                <a:moveTo>
                  <a:pt x="2417470" y="3662870"/>
                </a:moveTo>
                <a:lnTo>
                  <a:pt x="2411920" y="3619322"/>
                </a:lnTo>
                <a:lnTo>
                  <a:pt x="2396807" y="3570338"/>
                </a:lnTo>
                <a:lnTo>
                  <a:pt x="2380818" y="3521849"/>
                </a:lnTo>
                <a:lnTo>
                  <a:pt x="2363901" y="3473894"/>
                </a:lnTo>
                <a:lnTo>
                  <a:pt x="2346020" y="3426472"/>
                </a:lnTo>
                <a:lnTo>
                  <a:pt x="2327135" y="3379622"/>
                </a:lnTo>
                <a:lnTo>
                  <a:pt x="2307209" y="3333356"/>
                </a:lnTo>
                <a:lnTo>
                  <a:pt x="2286177" y="3287687"/>
                </a:lnTo>
                <a:lnTo>
                  <a:pt x="2264029" y="3242640"/>
                </a:lnTo>
                <a:lnTo>
                  <a:pt x="2240699" y="3198228"/>
                </a:lnTo>
                <a:lnTo>
                  <a:pt x="2216150" y="3154464"/>
                </a:lnTo>
                <a:lnTo>
                  <a:pt x="2190343" y="3111385"/>
                </a:lnTo>
                <a:lnTo>
                  <a:pt x="2163241" y="3068993"/>
                </a:lnTo>
                <a:lnTo>
                  <a:pt x="2134793" y="3027311"/>
                </a:lnTo>
                <a:lnTo>
                  <a:pt x="2104961" y="2986354"/>
                </a:lnTo>
                <a:lnTo>
                  <a:pt x="2073719" y="2946146"/>
                </a:lnTo>
                <a:lnTo>
                  <a:pt x="2042147" y="2912783"/>
                </a:lnTo>
                <a:lnTo>
                  <a:pt x="2006180" y="2887522"/>
                </a:lnTo>
                <a:lnTo>
                  <a:pt x="1965312" y="2870619"/>
                </a:lnTo>
                <a:lnTo>
                  <a:pt x="1919033" y="2862326"/>
                </a:lnTo>
                <a:lnTo>
                  <a:pt x="1867382" y="2857690"/>
                </a:lnTo>
                <a:lnTo>
                  <a:pt x="1815731" y="2853372"/>
                </a:lnTo>
                <a:lnTo>
                  <a:pt x="1764080" y="2849372"/>
                </a:lnTo>
                <a:lnTo>
                  <a:pt x="1712442" y="2845714"/>
                </a:lnTo>
                <a:lnTo>
                  <a:pt x="1660791" y="2842412"/>
                </a:lnTo>
                <a:lnTo>
                  <a:pt x="1609153" y="2839478"/>
                </a:lnTo>
                <a:lnTo>
                  <a:pt x="1557502" y="2836938"/>
                </a:lnTo>
                <a:lnTo>
                  <a:pt x="1505864" y="2834779"/>
                </a:lnTo>
                <a:lnTo>
                  <a:pt x="1454226" y="2833039"/>
                </a:lnTo>
                <a:lnTo>
                  <a:pt x="1402575" y="2831731"/>
                </a:lnTo>
                <a:lnTo>
                  <a:pt x="1350937" y="2830855"/>
                </a:lnTo>
                <a:lnTo>
                  <a:pt x="1299298" y="2830423"/>
                </a:lnTo>
                <a:lnTo>
                  <a:pt x="1247660" y="2830474"/>
                </a:lnTo>
                <a:lnTo>
                  <a:pt x="1196022" y="2831007"/>
                </a:lnTo>
                <a:lnTo>
                  <a:pt x="1144384" y="2832023"/>
                </a:lnTo>
                <a:lnTo>
                  <a:pt x="1092746" y="2833560"/>
                </a:lnTo>
                <a:lnTo>
                  <a:pt x="1041107" y="2835618"/>
                </a:lnTo>
                <a:lnTo>
                  <a:pt x="989469" y="2838221"/>
                </a:lnTo>
                <a:lnTo>
                  <a:pt x="937831" y="2841371"/>
                </a:lnTo>
                <a:lnTo>
                  <a:pt x="886193" y="2845092"/>
                </a:lnTo>
                <a:lnTo>
                  <a:pt x="834555" y="2849397"/>
                </a:lnTo>
                <a:lnTo>
                  <a:pt x="782916" y="2854287"/>
                </a:lnTo>
                <a:lnTo>
                  <a:pt x="731278" y="2859786"/>
                </a:lnTo>
                <a:lnTo>
                  <a:pt x="663752" y="2872854"/>
                </a:lnTo>
                <a:lnTo>
                  <a:pt x="608050" y="2909443"/>
                </a:lnTo>
                <a:lnTo>
                  <a:pt x="575081" y="2946920"/>
                </a:lnTo>
                <a:lnTo>
                  <a:pt x="543471" y="2985109"/>
                </a:lnTo>
                <a:lnTo>
                  <a:pt x="513232" y="3024009"/>
                </a:lnTo>
                <a:lnTo>
                  <a:pt x="484352" y="3063608"/>
                </a:lnTo>
                <a:lnTo>
                  <a:pt x="456857" y="3103918"/>
                </a:lnTo>
                <a:lnTo>
                  <a:pt x="430720" y="3144901"/>
                </a:lnTo>
                <a:lnTo>
                  <a:pt x="405968" y="3186569"/>
                </a:lnTo>
                <a:lnTo>
                  <a:pt x="382587" y="3228911"/>
                </a:lnTo>
                <a:lnTo>
                  <a:pt x="360603" y="3271913"/>
                </a:lnTo>
                <a:lnTo>
                  <a:pt x="339991" y="3315576"/>
                </a:lnTo>
                <a:lnTo>
                  <a:pt x="320763" y="3359874"/>
                </a:lnTo>
                <a:lnTo>
                  <a:pt x="302933" y="3404819"/>
                </a:lnTo>
                <a:lnTo>
                  <a:pt x="286486" y="3450399"/>
                </a:lnTo>
                <a:lnTo>
                  <a:pt x="271437" y="3496589"/>
                </a:lnTo>
                <a:lnTo>
                  <a:pt x="257784" y="3543401"/>
                </a:lnTo>
                <a:lnTo>
                  <a:pt x="245529" y="3590810"/>
                </a:lnTo>
                <a:lnTo>
                  <a:pt x="234683" y="3638829"/>
                </a:lnTo>
                <a:lnTo>
                  <a:pt x="225247" y="3687419"/>
                </a:lnTo>
                <a:lnTo>
                  <a:pt x="222161" y="3729736"/>
                </a:lnTo>
                <a:lnTo>
                  <a:pt x="226999" y="3775049"/>
                </a:lnTo>
                <a:lnTo>
                  <a:pt x="242036" y="3818864"/>
                </a:lnTo>
                <a:lnTo>
                  <a:pt x="269544" y="3856647"/>
                </a:lnTo>
                <a:lnTo>
                  <a:pt x="311772" y="3883863"/>
                </a:lnTo>
                <a:lnTo>
                  <a:pt x="360476" y="3889679"/>
                </a:lnTo>
                <a:lnTo>
                  <a:pt x="402539" y="3871417"/>
                </a:lnTo>
                <a:lnTo>
                  <a:pt x="441172" y="3840403"/>
                </a:lnTo>
                <a:lnTo>
                  <a:pt x="479564" y="3807904"/>
                </a:lnTo>
                <a:lnTo>
                  <a:pt x="512635" y="3778059"/>
                </a:lnTo>
                <a:lnTo>
                  <a:pt x="542074" y="3744430"/>
                </a:lnTo>
                <a:lnTo>
                  <a:pt x="569429" y="3708412"/>
                </a:lnTo>
                <a:lnTo>
                  <a:pt x="596239" y="3671379"/>
                </a:lnTo>
                <a:lnTo>
                  <a:pt x="624027" y="3634714"/>
                </a:lnTo>
                <a:lnTo>
                  <a:pt x="654329" y="3599802"/>
                </a:lnTo>
                <a:lnTo>
                  <a:pt x="688695" y="3568014"/>
                </a:lnTo>
                <a:lnTo>
                  <a:pt x="728649" y="3540734"/>
                </a:lnTo>
                <a:lnTo>
                  <a:pt x="736739" y="3593909"/>
                </a:lnTo>
                <a:lnTo>
                  <a:pt x="743165" y="3646767"/>
                </a:lnTo>
                <a:lnTo>
                  <a:pt x="748106" y="3699357"/>
                </a:lnTo>
                <a:lnTo>
                  <a:pt x="751738" y="3751707"/>
                </a:lnTo>
                <a:lnTo>
                  <a:pt x="754227" y="3803815"/>
                </a:lnTo>
                <a:lnTo>
                  <a:pt x="755751" y="3855720"/>
                </a:lnTo>
                <a:lnTo>
                  <a:pt x="756500" y="3907434"/>
                </a:lnTo>
                <a:lnTo>
                  <a:pt x="756653" y="3958996"/>
                </a:lnTo>
                <a:lnTo>
                  <a:pt x="756386" y="4010418"/>
                </a:lnTo>
                <a:lnTo>
                  <a:pt x="754786" y="4164101"/>
                </a:lnTo>
                <a:lnTo>
                  <a:pt x="754595" y="4215193"/>
                </a:lnTo>
                <a:lnTo>
                  <a:pt x="754875" y="4266273"/>
                </a:lnTo>
                <a:lnTo>
                  <a:pt x="759942" y="4319194"/>
                </a:lnTo>
                <a:lnTo>
                  <a:pt x="777811" y="4353699"/>
                </a:lnTo>
                <a:lnTo>
                  <a:pt x="812380" y="4371987"/>
                </a:lnTo>
                <a:lnTo>
                  <a:pt x="867613" y="4376280"/>
                </a:lnTo>
                <a:lnTo>
                  <a:pt x="916660" y="4375251"/>
                </a:lnTo>
                <a:lnTo>
                  <a:pt x="965796" y="4374540"/>
                </a:lnTo>
                <a:lnTo>
                  <a:pt x="1064234" y="4373892"/>
                </a:lnTo>
                <a:lnTo>
                  <a:pt x="1409192" y="4374388"/>
                </a:lnTo>
                <a:lnTo>
                  <a:pt x="1507426" y="4373664"/>
                </a:lnTo>
                <a:lnTo>
                  <a:pt x="1556486" y="4375226"/>
                </a:lnTo>
                <a:lnTo>
                  <a:pt x="1608175" y="4380255"/>
                </a:lnTo>
                <a:lnTo>
                  <a:pt x="1660677" y="4386326"/>
                </a:lnTo>
                <a:lnTo>
                  <a:pt x="1712175" y="4391025"/>
                </a:lnTo>
                <a:lnTo>
                  <a:pt x="1760855" y="4391901"/>
                </a:lnTo>
                <a:lnTo>
                  <a:pt x="1804885" y="4386554"/>
                </a:lnTo>
                <a:lnTo>
                  <a:pt x="1842465" y="4372559"/>
                </a:lnTo>
                <a:lnTo>
                  <a:pt x="1871789" y="4347476"/>
                </a:lnTo>
                <a:lnTo>
                  <a:pt x="1902739" y="4275810"/>
                </a:lnTo>
                <a:lnTo>
                  <a:pt x="1907349" y="4231221"/>
                </a:lnTo>
                <a:lnTo>
                  <a:pt x="1907171" y="4182783"/>
                </a:lnTo>
                <a:lnTo>
                  <a:pt x="1904034" y="4132021"/>
                </a:lnTo>
                <a:lnTo>
                  <a:pt x="1899805" y="4080433"/>
                </a:lnTo>
                <a:lnTo>
                  <a:pt x="1896313" y="4029519"/>
                </a:lnTo>
                <a:lnTo>
                  <a:pt x="1895411" y="3980777"/>
                </a:lnTo>
                <a:lnTo>
                  <a:pt x="1896376" y="3932631"/>
                </a:lnTo>
                <a:lnTo>
                  <a:pt x="1896198" y="3884091"/>
                </a:lnTo>
                <a:lnTo>
                  <a:pt x="1894852" y="3785082"/>
                </a:lnTo>
                <a:lnTo>
                  <a:pt x="1894890" y="3734219"/>
                </a:lnTo>
                <a:lnTo>
                  <a:pt x="1896198" y="3682187"/>
                </a:lnTo>
                <a:lnTo>
                  <a:pt x="1899399" y="3628796"/>
                </a:lnTo>
                <a:lnTo>
                  <a:pt x="1905063" y="3573856"/>
                </a:lnTo>
                <a:lnTo>
                  <a:pt x="1913826" y="3517163"/>
                </a:lnTo>
                <a:lnTo>
                  <a:pt x="1949996" y="3559327"/>
                </a:lnTo>
                <a:lnTo>
                  <a:pt x="2078164" y="3710749"/>
                </a:lnTo>
                <a:lnTo>
                  <a:pt x="2108060" y="3745534"/>
                </a:lnTo>
                <a:lnTo>
                  <a:pt x="2137892" y="3779583"/>
                </a:lnTo>
                <a:lnTo>
                  <a:pt x="2168080" y="3813137"/>
                </a:lnTo>
                <a:lnTo>
                  <a:pt x="2201126" y="3845598"/>
                </a:lnTo>
                <a:lnTo>
                  <a:pt x="2237892" y="3874363"/>
                </a:lnTo>
                <a:lnTo>
                  <a:pt x="2279091" y="3890861"/>
                </a:lnTo>
                <a:lnTo>
                  <a:pt x="2325433" y="3886479"/>
                </a:lnTo>
                <a:lnTo>
                  <a:pt x="2362657" y="3864940"/>
                </a:lnTo>
                <a:lnTo>
                  <a:pt x="2387917" y="3833596"/>
                </a:lnTo>
                <a:lnTo>
                  <a:pt x="2403741" y="3795204"/>
                </a:lnTo>
                <a:lnTo>
                  <a:pt x="2412631" y="3752545"/>
                </a:lnTo>
                <a:lnTo>
                  <a:pt x="2417127" y="3708374"/>
                </a:lnTo>
                <a:lnTo>
                  <a:pt x="2417470" y="3662870"/>
                </a:lnTo>
                <a:close/>
              </a:path>
              <a:path w="5276850" h="4392295">
                <a:moveTo>
                  <a:pt x="2599207" y="743610"/>
                </a:moveTo>
                <a:lnTo>
                  <a:pt x="2586799" y="709168"/>
                </a:lnTo>
                <a:lnTo>
                  <a:pt x="2561653" y="683882"/>
                </a:lnTo>
                <a:lnTo>
                  <a:pt x="2531122" y="669886"/>
                </a:lnTo>
                <a:lnTo>
                  <a:pt x="2497658" y="665721"/>
                </a:lnTo>
                <a:lnTo>
                  <a:pt x="2463736" y="669925"/>
                </a:lnTo>
                <a:lnTo>
                  <a:pt x="2358504" y="690219"/>
                </a:lnTo>
                <a:lnTo>
                  <a:pt x="2306167" y="701040"/>
                </a:lnTo>
                <a:lnTo>
                  <a:pt x="2254504" y="713397"/>
                </a:lnTo>
                <a:lnTo>
                  <a:pt x="2203869" y="728078"/>
                </a:lnTo>
                <a:lnTo>
                  <a:pt x="2154618" y="745871"/>
                </a:lnTo>
                <a:lnTo>
                  <a:pt x="2105977" y="764730"/>
                </a:lnTo>
                <a:lnTo>
                  <a:pt x="2057209" y="782535"/>
                </a:lnTo>
                <a:lnTo>
                  <a:pt x="2008301" y="799312"/>
                </a:lnTo>
                <a:lnTo>
                  <a:pt x="1959267" y="815073"/>
                </a:lnTo>
                <a:lnTo>
                  <a:pt x="1910105" y="829856"/>
                </a:lnTo>
                <a:lnTo>
                  <a:pt x="1860816" y="843661"/>
                </a:lnTo>
                <a:lnTo>
                  <a:pt x="1811413" y="856500"/>
                </a:lnTo>
                <a:lnTo>
                  <a:pt x="1761883" y="868413"/>
                </a:lnTo>
                <a:lnTo>
                  <a:pt x="1712239" y="879411"/>
                </a:lnTo>
                <a:lnTo>
                  <a:pt x="1662468" y="889495"/>
                </a:lnTo>
                <a:lnTo>
                  <a:pt x="1612607" y="898702"/>
                </a:lnTo>
                <a:lnTo>
                  <a:pt x="1562620" y="907046"/>
                </a:lnTo>
                <a:lnTo>
                  <a:pt x="1512531" y="914539"/>
                </a:lnTo>
                <a:lnTo>
                  <a:pt x="1462354" y="921194"/>
                </a:lnTo>
                <a:lnTo>
                  <a:pt x="1412062" y="927049"/>
                </a:lnTo>
                <a:lnTo>
                  <a:pt x="1361668" y="932103"/>
                </a:lnTo>
                <a:lnTo>
                  <a:pt x="1311198" y="936383"/>
                </a:lnTo>
                <a:lnTo>
                  <a:pt x="1260627" y="939901"/>
                </a:lnTo>
                <a:lnTo>
                  <a:pt x="1209967" y="942682"/>
                </a:lnTo>
                <a:lnTo>
                  <a:pt x="1159217" y="944727"/>
                </a:lnTo>
                <a:lnTo>
                  <a:pt x="1108392" y="946086"/>
                </a:lnTo>
                <a:lnTo>
                  <a:pt x="1057478" y="946746"/>
                </a:lnTo>
                <a:lnTo>
                  <a:pt x="1006487" y="946734"/>
                </a:lnTo>
                <a:lnTo>
                  <a:pt x="955433" y="946073"/>
                </a:lnTo>
                <a:lnTo>
                  <a:pt x="904303" y="944778"/>
                </a:lnTo>
                <a:lnTo>
                  <a:pt x="853097" y="942860"/>
                </a:lnTo>
                <a:lnTo>
                  <a:pt x="801827" y="940358"/>
                </a:lnTo>
                <a:lnTo>
                  <a:pt x="750506" y="937260"/>
                </a:lnTo>
                <a:lnTo>
                  <a:pt x="699427" y="935532"/>
                </a:lnTo>
                <a:lnTo>
                  <a:pt x="648436" y="935532"/>
                </a:lnTo>
                <a:lnTo>
                  <a:pt x="597585" y="937285"/>
                </a:lnTo>
                <a:lnTo>
                  <a:pt x="546950" y="940777"/>
                </a:lnTo>
                <a:lnTo>
                  <a:pt x="496608" y="946023"/>
                </a:lnTo>
                <a:lnTo>
                  <a:pt x="446633" y="953008"/>
                </a:lnTo>
                <a:lnTo>
                  <a:pt x="390080" y="964311"/>
                </a:lnTo>
                <a:lnTo>
                  <a:pt x="338658" y="977392"/>
                </a:lnTo>
                <a:lnTo>
                  <a:pt x="292138" y="992492"/>
                </a:lnTo>
                <a:lnTo>
                  <a:pt x="250278" y="1009865"/>
                </a:lnTo>
                <a:lnTo>
                  <a:pt x="212813" y="1029728"/>
                </a:lnTo>
                <a:lnTo>
                  <a:pt x="179527" y="1052347"/>
                </a:lnTo>
                <a:lnTo>
                  <a:pt x="150164" y="1077963"/>
                </a:lnTo>
                <a:lnTo>
                  <a:pt x="124472" y="1106805"/>
                </a:lnTo>
                <a:lnTo>
                  <a:pt x="102235" y="1139126"/>
                </a:lnTo>
                <a:lnTo>
                  <a:pt x="83197" y="1175169"/>
                </a:lnTo>
                <a:lnTo>
                  <a:pt x="67119" y="1215174"/>
                </a:lnTo>
                <a:lnTo>
                  <a:pt x="53746" y="1259370"/>
                </a:lnTo>
                <a:lnTo>
                  <a:pt x="42849" y="1308011"/>
                </a:lnTo>
                <a:lnTo>
                  <a:pt x="34188" y="1361351"/>
                </a:lnTo>
                <a:lnTo>
                  <a:pt x="27508" y="1419606"/>
                </a:lnTo>
                <a:lnTo>
                  <a:pt x="23266" y="1470469"/>
                </a:lnTo>
                <a:lnTo>
                  <a:pt x="19456" y="1521320"/>
                </a:lnTo>
                <a:lnTo>
                  <a:pt x="16027" y="1572171"/>
                </a:lnTo>
                <a:lnTo>
                  <a:pt x="13004" y="1623021"/>
                </a:lnTo>
                <a:lnTo>
                  <a:pt x="10337" y="1673872"/>
                </a:lnTo>
                <a:lnTo>
                  <a:pt x="8013" y="1724736"/>
                </a:lnTo>
                <a:lnTo>
                  <a:pt x="6032" y="1775587"/>
                </a:lnTo>
                <a:lnTo>
                  <a:pt x="4356" y="1826437"/>
                </a:lnTo>
                <a:lnTo>
                  <a:pt x="2984" y="1877301"/>
                </a:lnTo>
                <a:lnTo>
                  <a:pt x="1892" y="1928152"/>
                </a:lnTo>
                <a:lnTo>
                  <a:pt x="1066" y="1979015"/>
                </a:lnTo>
                <a:lnTo>
                  <a:pt x="114" y="2080729"/>
                </a:lnTo>
                <a:lnTo>
                  <a:pt x="0" y="2182431"/>
                </a:lnTo>
                <a:lnTo>
                  <a:pt x="584" y="2284145"/>
                </a:lnTo>
                <a:lnTo>
                  <a:pt x="2476" y="2436723"/>
                </a:lnTo>
                <a:lnTo>
                  <a:pt x="11785" y="2945257"/>
                </a:lnTo>
                <a:lnTo>
                  <a:pt x="12877" y="2993123"/>
                </a:lnTo>
                <a:lnTo>
                  <a:pt x="14655" y="3041027"/>
                </a:lnTo>
                <a:lnTo>
                  <a:pt x="17018" y="3089122"/>
                </a:lnTo>
                <a:lnTo>
                  <a:pt x="19875" y="3137598"/>
                </a:lnTo>
                <a:lnTo>
                  <a:pt x="23139" y="3186595"/>
                </a:lnTo>
                <a:lnTo>
                  <a:pt x="42164" y="3445357"/>
                </a:lnTo>
                <a:lnTo>
                  <a:pt x="45847" y="3501009"/>
                </a:lnTo>
                <a:lnTo>
                  <a:pt x="82550" y="3458006"/>
                </a:lnTo>
                <a:lnTo>
                  <a:pt x="115785" y="3414814"/>
                </a:lnTo>
                <a:lnTo>
                  <a:pt x="146011" y="3371532"/>
                </a:lnTo>
                <a:lnTo>
                  <a:pt x="173647" y="3328225"/>
                </a:lnTo>
                <a:lnTo>
                  <a:pt x="199123" y="3285007"/>
                </a:lnTo>
                <a:lnTo>
                  <a:pt x="222897" y="3241929"/>
                </a:lnTo>
                <a:lnTo>
                  <a:pt x="245402" y="3199092"/>
                </a:lnTo>
                <a:lnTo>
                  <a:pt x="309613" y="3072815"/>
                </a:lnTo>
                <a:lnTo>
                  <a:pt x="331381" y="3031744"/>
                </a:lnTo>
                <a:lnTo>
                  <a:pt x="354799" y="2989567"/>
                </a:lnTo>
                <a:lnTo>
                  <a:pt x="379514" y="2948952"/>
                </a:lnTo>
                <a:lnTo>
                  <a:pt x="405803" y="2910167"/>
                </a:lnTo>
                <a:lnTo>
                  <a:pt x="433908" y="2873514"/>
                </a:lnTo>
                <a:lnTo>
                  <a:pt x="464083" y="2839237"/>
                </a:lnTo>
                <a:lnTo>
                  <a:pt x="496595" y="2807614"/>
                </a:lnTo>
                <a:lnTo>
                  <a:pt x="531710" y="2778925"/>
                </a:lnTo>
                <a:lnTo>
                  <a:pt x="569683" y="2753436"/>
                </a:lnTo>
                <a:lnTo>
                  <a:pt x="610781" y="2731414"/>
                </a:lnTo>
                <a:lnTo>
                  <a:pt x="655243" y="2713139"/>
                </a:lnTo>
                <a:lnTo>
                  <a:pt x="703351" y="2698877"/>
                </a:lnTo>
                <a:lnTo>
                  <a:pt x="752830" y="2683014"/>
                </a:lnTo>
                <a:lnTo>
                  <a:pt x="788428" y="2661259"/>
                </a:lnTo>
                <a:lnTo>
                  <a:pt x="809764" y="2632964"/>
                </a:lnTo>
                <a:lnTo>
                  <a:pt x="816470" y="2597480"/>
                </a:lnTo>
                <a:lnTo>
                  <a:pt x="808189" y="2554135"/>
                </a:lnTo>
                <a:lnTo>
                  <a:pt x="784555" y="2502281"/>
                </a:lnTo>
                <a:lnTo>
                  <a:pt x="762419" y="2457386"/>
                </a:lnTo>
                <a:lnTo>
                  <a:pt x="744397" y="2412288"/>
                </a:lnTo>
                <a:lnTo>
                  <a:pt x="730491" y="2367089"/>
                </a:lnTo>
                <a:lnTo>
                  <a:pt x="720725" y="2321864"/>
                </a:lnTo>
                <a:lnTo>
                  <a:pt x="715098" y="2276716"/>
                </a:lnTo>
                <a:lnTo>
                  <a:pt x="713638" y="2231720"/>
                </a:lnTo>
                <a:lnTo>
                  <a:pt x="716368" y="2186952"/>
                </a:lnTo>
                <a:lnTo>
                  <a:pt x="723277" y="2142515"/>
                </a:lnTo>
                <a:lnTo>
                  <a:pt x="734402" y="2098471"/>
                </a:lnTo>
                <a:lnTo>
                  <a:pt x="749731" y="2054936"/>
                </a:lnTo>
                <a:lnTo>
                  <a:pt x="769315" y="2011972"/>
                </a:lnTo>
                <a:lnTo>
                  <a:pt x="793140" y="1969668"/>
                </a:lnTo>
                <a:lnTo>
                  <a:pt x="849630" y="1886331"/>
                </a:lnTo>
                <a:lnTo>
                  <a:pt x="874864" y="1843900"/>
                </a:lnTo>
                <a:lnTo>
                  <a:pt x="897051" y="1800821"/>
                </a:lnTo>
                <a:lnTo>
                  <a:pt x="916279" y="1757083"/>
                </a:lnTo>
                <a:lnTo>
                  <a:pt x="932624" y="1712696"/>
                </a:lnTo>
                <a:lnTo>
                  <a:pt x="946200" y="1667662"/>
                </a:lnTo>
                <a:lnTo>
                  <a:pt x="957097" y="1621980"/>
                </a:lnTo>
                <a:lnTo>
                  <a:pt x="965415" y="1575638"/>
                </a:lnTo>
                <a:lnTo>
                  <a:pt x="971232" y="1528648"/>
                </a:lnTo>
                <a:lnTo>
                  <a:pt x="974648" y="1480997"/>
                </a:lnTo>
                <a:lnTo>
                  <a:pt x="975779" y="1432687"/>
                </a:lnTo>
                <a:lnTo>
                  <a:pt x="980592" y="1380820"/>
                </a:lnTo>
                <a:lnTo>
                  <a:pt x="993584" y="1341818"/>
                </a:lnTo>
                <a:lnTo>
                  <a:pt x="1017270" y="1315897"/>
                </a:lnTo>
                <a:lnTo>
                  <a:pt x="1054150" y="1303312"/>
                </a:lnTo>
                <a:lnTo>
                  <a:pt x="1106766" y="1304290"/>
                </a:lnTo>
                <a:lnTo>
                  <a:pt x="1158760" y="1309827"/>
                </a:lnTo>
                <a:lnTo>
                  <a:pt x="1210195" y="1313167"/>
                </a:lnTo>
                <a:lnTo>
                  <a:pt x="1261097" y="1314437"/>
                </a:lnTo>
                <a:lnTo>
                  <a:pt x="1311503" y="1313713"/>
                </a:lnTo>
                <a:lnTo>
                  <a:pt x="1361414" y="1311109"/>
                </a:lnTo>
                <a:lnTo>
                  <a:pt x="1410868" y="1306715"/>
                </a:lnTo>
                <a:lnTo>
                  <a:pt x="1459890" y="1300619"/>
                </a:lnTo>
                <a:lnTo>
                  <a:pt x="1508506" y="1292948"/>
                </a:lnTo>
                <a:lnTo>
                  <a:pt x="1556727" y="1283779"/>
                </a:lnTo>
                <a:lnTo>
                  <a:pt x="1604581" y="1273213"/>
                </a:lnTo>
                <a:lnTo>
                  <a:pt x="1652104" y="1261351"/>
                </a:lnTo>
                <a:lnTo>
                  <a:pt x="1699298" y="1248295"/>
                </a:lnTo>
                <a:lnTo>
                  <a:pt x="1746211" y="1234147"/>
                </a:lnTo>
                <a:lnTo>
                  <a:pt x="1792859" y="1218984"/>
                </a:lnTo>
                <a:lnTo>
                  <a:pt x="1839264" y="1202931"/>
                </a:lnTo>
                <a:lnTo>
                  <a:pt x="1885442" y="1186065"/>
                </a:lnTo>
                <a:lnTo>
                  <a:pt x="1931428" y="1168501"/>
                </a:lnTo>
                <a:lnTo>
                  <a:pt x="1977250" y="1150327"/>
                </a:lnTo>
                <a:lnTo>
                  <a:pt x="2022919" y="1131646"/>
                </a:lnTo>
                <a:lnTo>
                  <a:pt x="2068474" y="1112558"/>
                </a:lnTo>
                <a:lnTo>
                  <a:pt x="2113915" y="1093152"/>
                </a:lnTo>
                <a:lnTo>
                  <a:pt x="2340546" y="994918"/>
                </a:lnTo>
                <a:lnTo>
                  <a:pt x="2390317" y="971499"/>
                </a:lnTo>
                <a:lnTo>
                  <a:pt x="2438209" y="944689"/>
                </a:lnTo>
                <a:lnTo>
                  <a:pt x="2482964" y="913612"/>
                </a:lnTo>
                <a:lnTo>
                  <a:pt x="2523312" y="877354"/>
                </a:lnTo>
                <a:lnTo>
                  <a:pt x="2557970" y="835025"/>
                </a:lnTo>
                <a:lnTo>
                  <a:pt x="2593949" y="776058"/>
                </a:lnTo>
                <a:lnTo>
                  <a:pt x="2599207" y="743610"/>
                </a:lnTo>
                <a:close/>
              </a:path>
              <a:path w="5276850" h="4392295">
                <a:moveTo>
                  <a:pt x="3273348" y="4122534"/>
                </a:moveTo>
                <a:lnTo>
                  <a:pt x="3262884" y="4093006"/>
                </a:lnTo>
                <a:lnTo>
                  <a:pt x="3242576" y="4082008"/>
                </a:lnTo>
                <a:lnTo>
                  <a:pt x="3217329" y="4081386"/>
                </a:lnTo>
                <a:lnTo>
                  <a:pt x="3192081" y="4082986"/>
                </a:lnTo>
                <a:lnTo>
                  <a:pt x="3138690" y="4082351"/>
                </a:lnTo>
                <a:lnTo>
                  <a:pt x="3085427" y="4081983"/>
                </a:lnTo>
                <a:lnTo>
                  <a:pt x="2979153" y="4081856"/>
                </a:lnTo>
                <a:lnTo>
                  <a:pt x="2660078" y="4082986"/>
                </a:lnTo>
                <a:lnTo>
                  <a:pt x="2296782" y="4081830"/>
                </a:lnTo>
                <a:lnTo>
                  <a:pt x="2192947" y="4082351"/>
                </a:lnTo>
                <a:lnTo>
                  <a:pt x="2141029" y="4082986"/>
                </a:lnTo>
                <a:lnTo>
                  <a:pt x="2113838" y="4081107"/>
                </a:lnTo>
                <a:lnTo>
                  <a:pt x="2084412" y="4079710"/>
                </a:lnTo>
                <a:lnTo>
                  <a:pt x="2060371" y="4091152"/>
                </a:lnTo>
                <a:lnTo>
                  <a:pt x="2049335" y="4127804"/>
                </a:lnTo>
                <a:lnTo>
                  <a:pt x="2057349" y="4163758"/>
                </a:lnTo>
                <a:lnTo>
                  <a:pt x="2080145" y="4176242"/>
                </a:lnTo>
                <a:lnTo>
                  <a:pt x="2109813" y="4176369"/>
                </a:lnTo>
                <a:lnTo>
                  <a:pt x="2138489" y="4175252"/>
                </a:lnTo>
                <a:lnTo>
                  <a:pt x="3189541" y="4175252"/>
                </a:lnTo>
                <a:lnTo>
                  <a:pt x="3217722" y="4175912"/>
                </a:lnTo>
                <a:lnTo>
                  <a:pt x="3246158" y="4174591"/>
                </a:lnTo>
                <a:lnTo>
                  <a:pt x="3267240" y="4160431"/>
                </a:lnTo>
                <a:lnTo>
                  <a:pt x="3273348" y="4122534"/>
                </a:lnTo>
                <a:close/>
              </a:path>
              <a:path w="5276850" h="4392295">
                <a:moveTo>
                  <a:pt x="5107381" y="3683609"/>
                </a:moveTo>
                <a:lnTo>
                  <a:pt x="5101145" y="3632187"/>
                </a:lnTo>
                <a:lnTo>
                  <a:pt x="5087023" y="3583178"/>
                </a:lnTo>
                <a:lnTo>
                  <a:pt x="5071910" y="3534676"/>
                </a:lnTo>
                <a:lnTo>
                  <a:pt x="5055755" y="3486683"/>
                </a:lnTo>
                <a:lnTo>
                  <a:pt x="5038534" y="3439223"/>
                </a:lnTo>
                <a:lnTo>
                  <a:pt x="5020221" y="3392309"/>
                </a:lnTo>
                <a:lnTo>
                  <a:pt x="5000777" y="3345954"/>
                </a:lnTo>
                <a:lnTo>
                  <a:pt x="4980203" y="3300184"/>
                </a:lnTo>
                <a:lnTo>
                  <a:pt x="4958448" y="3254984"/>
                </a:lnTo>
                <a:lnTo>
                  <a:pt x="4935486" y="3210382"/>
                </a:lnTo>
                <a:lnTo>
                  <a:pt x="4911293" y="3166402"/>
                </a:lnTo>
                <a:lnTo>
                  <a:pt x="4885855" y="3123057"/>
                </a:lnTo>
                <a:lnTo>
                  <a:pt x="4859121" y="3080334"/>
                </a:lnTo>
                <a:lnTo>
                  <a:pt x="4831080" y="3038284"/>
                </a:lnTo>
                <a:lnTo>
                  <a:pt x="4801692" y="2996895"/>
                </a:lnTo>
                <a:lnTo>
                  <a:pt x="4770945" y="2956179"/>
                </a:lnTo>
                <a:lnTo>
                  <a:pt x="4738408" y="2921749"/>
                </a:lnTo>
                <a:lnTo>
                  <a:pt x="4703254" y="2896082"/>
                </a:lnTo>
                <a:lnTo>
                  <a:pt x="4664710" y="2877959"/>
                </a:lnTo>
                <a:lnTo>
                  <a:pt x="4621987" y="2866110"/>
                </a:lnTo>
                <a:lnTo>
                  <a:pt x="4574349" y="2859278"/>
                </a:lnTo>
                <a:lnTo>
                  <a:pt x="4523968" y="2855137"/>
                </a:lnTo>
                <a:lnTo>
                  <a:pt x="4473575" y="2851302"/>
                </a:lnTo>
                <a:lnTo>
                  <a:pt x="4423194" y="2847771"/>
                </a:lnTo>
                <a:lnTo>
                  <a:pt x="4372800" y="2844584"/>
                </a:lnTo>
                <a:lnTo>
                  <a:pt x="4322407" y="2841726"/>
                </a:lnTo>
                <a:lnTo>
                  <a:pt x="4272000" y="2839237"/>
                </a:lnTo>
                <a:lnTo>
                  <a:pt x="4221581" y="2837091"/>
                </a:lnTo>
                <a:lnTo>
                  <a:pt x="4171150" y="2835338"/>
                </a:lnTo>
                <a:lnTo>
                  <a:pt x="4120705" y="2833967"/>
                </a:lnTo>
                <a:lnTo>
                  <a:pt x="4070248" y="2832989"/>
                </a:lnTo>
                <a:lnTo>
                  <a:pt x="4019778" y="2832417"/>
                </a:lnTo>
                <a:lnTo>
                  <a:pt x="3969296" y="2832277"/>
                </a:lnTo>
                <a:lnTo>
                  <a:pt x="3918788" y="2832570"/>
                </a:lnTo>
                <a:lnTo>
                  <a:pt x="3868267" y="2833306"/>
                </a:lnTo>
                <a:lnTo>
                  <a:pt x="3817721" y="2834500"/>
                </a:lnTo>
                <a:lnTo>
                  <a:pt x="3767150" y="2836164"/>
                </a:lnTo>
                <a:lnTo>
                  <a:pt x="3716566" y="2838310"/>
                </a:lnTo>
                <a:lnTo>
                  <a:pt x="3665956" y="2840939"/>
                </a:lnTo>
                <a:lnTo>
                  <a:pt x="3615309" y="2844076"/>
                </a:lnTo>
                <a:lnTo>
                  <a:pt x="3564648" y="2847721"/>
                </a:lnTo>
                <a:lnTo>
                  <a:pt x="3513950" y="2851899"/>
                </a:lnTo>
                <a:lnTo>
                  <a:pt x="3463226" y="2856611"/>
                </a:lnTo>
                <a:lnTo>
                  <a:pt x="3405251" y="2865653"/>
                </a:lnTo>
                <a:lnTo>
                  <a:pt x="3353714" y="2880957"/>
                </a:lnTo>
                <a:lnTo>
                  <a:pt x="3308083" y="2903791"/>
                </a:lnTo>
                <a:lnTo>
                  <a:pt x="3267875" y="2935427"/>
                </a:lnTo>
                <a:lnTo>
                  <a:pt x="3232594" y="2977134"/>
                </a:lnTo>
                <a:lnTo>
                  <a:pt x="3202686" y="3020022"/>
                </a:lnTo>
                <a:lnTo>
                  <a:pt x="3173666" y="3063341"/>
                </a:lnTo>
                <a:lnTo>
                  <a:pt x="3145599" y="3107131"/>
                </a:lnTo>
                <a:lnTo>
                  <a:pt x="3118586" y="3151416"/>
                </a:lnTo>
                <a:lnTo>
                  <a:pt x="3092691" y="3196247"/>
                </a:lnTo>
                <a:lnTo>
                  <a:pt x="3067989" y="3241649"/>
                </a:lnTo>
                <a:lnTo>
                  <a:pt x="3044583" y="3287649"/>
                </a:lnTo>
                <a:lnTo>
                  <a:pt x="3022536" y="3334296"/>
                </a:lnTo>
                <a:lnTo>
                  <a:pt x="3001924" y="3381629"/>
                </a:lnTo>
                <a:lnTo>
                  <a:pt x="2982836" y="3429660"/>
                </a:lnTo>
                <a:lnTo>
                  <a:pt x="2965361" y="3478428"/>
                </a:lnTo>
                <a:lnTo>
                  <a:pt x="2949562" y="3527996"/>
                </a:lnTo>
                <a:lnTo>
                  <a:pt x="2935528" y="3578364"/>
                </a:lnTo>
                <a:lnTo>
                  <a:pt x="2923349" y="3629571"/>
                </a:lnTo>
                <a:lnTo>
                  <a:pt x="2915285" y="3676929"/>
                </a:lnTo>
                <a:lnTo>
                  <a:pt x="2913049" y="3723703"/>
                </a:lnTo>
                <a:lnTo>
                  <a:pt x="2918104" y="3768433"/>
                </a:lnTo>
                <a:lnTo>
                  <a:pt x="2931896" y="3809669"/>
                </a:lnTo>
                <a:lnTo>
                  <a:pt x="2955887" y="3845966"/>
                </a:lnTo>
                <a:lnTo>
                  <a:pt x="2991548" y="3875849"/>
                </a:lnTo>
                <a:lnTo>
                  <a:pt x="3032315" y="3889806"/>
                </a:lnTo>
                <a:lnTo>
                  <a:pt x="3068790" y="3885273"/>
                </a:lnTo>
                <a:lnTo>
                  <a:pt x="3101924" y="3867340"/>
                </a:lnTo>
                <a:lnTo>
                  <a:pt x="3132645" y="3841115"/>
                </a:lnTo>
                <a:lnTo>
                  <a:pt x="3161919" y="3811689"/>
                </a:lnTo>
                <a:lnTo>
                  <a:pt x="3223907" y="3752367"/>
                </a:lnTo>
                <a:lnTo>
                  <a:pt x="3253206" y="3716591"/>
                </a:lnTo>
                <a:lnTo>
                  <a:pt x="3308616" y="3640239"/>
                </a:lnTo>
                <a:lnTo>
                  <a:pt x="3339033" y="3603231"/>
                </a:lnTo>
                <a:lnTo>
                  <a:pt x="3374148" y="3569385"/>
                </a:lnTo>
                <a:lnTo>
                  <a:pt x="3416109" y="3540480"/>
                </a:lnTo>
                <a:lnTo>
                  <a:pt x="3423247" y="3593071"/>
                </a:lnTo>
                <a:lnTo>
                  <a:pt x="3429063" y="3645281"/>
                </a:lnTo>
                <a:lnTo>
                  <a:pt x="3433686" y="3697135"/>
                </a:lnTo>
                <a:lnTo>
                  <a:pt x="3437217" y="3748684"/>
                </a:lnTo>
                <a:lnTo>
                  <a:pt x="3439807" y="3799954"/>
                </a:lnTo>
                <a:lnTo>
                  <a:pt x="3441547" y="3850957"/>
                </a:lnTo>
                <a:lnTo>
                  <a:pt x="3442563" y="3901732"/>
                </a:lnTo>
                <a:lnTo>
                  <a:pt x="3442982" y="3952303"/>
                </a:lnTo>
                <a:lnTo>
                  <a:pt x="3442932" y="4002709"/>
                </a:lnTo>
                <a:lnTo>
                  <a:pt x="3442500" y="4052963"/>
                </a:lnTo>
                <a:lnTo>
                  <a:pt x="3439604" y="4253141"/>
                </a:lnTo>
                <a:lnTo>
                  <a:pt x="3442678" y="4306443"/>
                </a:lnTo>
                <a:lnTo>
                  <a:pt x="3455784" y="4342511"/>
                </a:lnTo>
                <a:lnTo>
                  <a:pt x="3480206" y="4364253"/>
                </a:lnTo>
                <a:lnTo>
                  <a:pt x="3517188" y="4374540"/>
                </a:lnTo>
                <a:lnTo>
                  <a:pt x="3568001" y="4376280"/>
                </a:lnTo>
                <a:lnTo>
                  <a:pt x="3670363" y="4374489"/>
                </a:lnTo>
                <a:lnTo>
                  <a:pt x="3772954" y="4373473"/>
                </a:lnTo>
                <a:lnTo>
                  <a:pt x="3875684" y="4373054"/>
                </a:lnTo>
                <a:lnTo>
                  <a:pt x="4286059" y="4373664"/>
                </a:lnTo>
                <a:lnTo>
                  <a:pt x="4457268" y="4369155"/>
                </a:lnTo>
                <a:lnTo>
                  <a:pt x="4545190" y="4337634"/>
                </a:lnTo>
                <a:lnTo>
                  <a:pt x="4577588" y="4252074"/>
                </a:lnTo>
                <a:lnTo>
                  <a:pt x="4582223" y="4085450"/>
                </a:lnTo>
                <a:lnTo>
                  <a:pt x="4583188" y="3988054"/>
                </a:lnTo>
                <a:lnTo>
                  <a:pt x="4583392" y="3890314"/>
                </a:lnTo>
                <a:lnTo>
                  <a:pt x="4582223" y="3548342"/>
                </a:lnTo>
                <a:lnTo>
                  <a:pt x="4592447" y="3546424"/>
                </a:lnTo>
                <a:lnTo>
                  <a:pt x="4603166" y="3544747"/>
                </a:lnTo>
                <a:lnTo>
                  <a:pt x="4613897" y="3543566"/>
                </a:lnTo>
                <a:lnTo>
                  <a:pt x="4624133" y="3543109"/>
                </a:lnTo>
                <a:lnTo>
                  <a:pt x="4762347" y="3704310"/>
                </a:lnTo>
                <a:lnTo>
                  <a:pt x="4797133" y="3744264"/>
                </a:lnTo>
                <a:lnTo>
                  <a:pt x="4832299" y="3784003"/>
                </a:lnTo>
                <a:lnTo>
                  <a:pt x="4867973" y="3823449"/>
                </a:lnTo>
                <a:lnTo>
                  <a:pt x="4897856" y="3852811"/>
                </a:lnTo>
                <a:lnTo>
                  <a:pt x="4932451" y="3877487"/>
                </a:lnTo>
                <a:lnTo>
                  <a:pt x="4971478" y="3890886"/>
                </a:lnTo>
                <a:lnTo>
                  <a:pt x="5014658" y="3886327"/>
                </a:lnTo>
                <a:lnTo>
                  <a:pt x="5053266" y="3862628"/>
                </a:lnTo>
                <a:lnTo>
                  <a:pt x="5077904" y="3826408"/>
                </a:lnTo>
                <a:lnTo>
                  <a:pt x="5093195" y="3782809"/>
                </a:lnTo>
                <a:lnTo>
                  <a:pt x="5103812" y="3736987"/>
                </a:lnTo>
                <a:lnTo>
                  <a:pt x="5106695" y="3710673"/>
                </a:lnTo>
                <a:lnTo>
                  <a:pt x="5107381" y="3683609"/>
                </a:lnTo>
                <a:close/>
              </a:path>
              <a:path w="5276850" h="4392295">
                <a:moveTo>
                  <a:pt x="5276278" y="4133253"/>
                </a:moveTo>
                <a:lnTo>
                  <a:pt x="5271071" y="4102620"/>
                </a:lnTo>
                <a:lnTo>
                  <a:pt x="5254599" y="4088257"/>
                </a:lnTo>
                <a:lnTo>
                  <a:pt x="5231244" y="4084091"/>
                </a:lnTo>
                <a:lnTo>
                  <a:pt x="5024564" y="4084040"/>
                </a:lnTo>
                <a:lnTo>
                  <a:pt x="4812093" y="4084040"/>
                </a:lnTo>
                <a:lnTo>
                  <a:pt x="4789475" y="4085501"/>
                </a:lnTo>
                <a:lnTo>
                  <a:pt x="4770488" y="4091813"/>
                </a:lnTo>
                <a:lnTo>
                  <a:pt x="4757902" y="4105897"/>
                </a:lnTo>
                <a:lnTo>
                  <a:pt x="4754435" y="4130662"/>
                </a:lnTo>
                <a:lnTo>
                  <a:pt x="4759845" y="4156125"/>
                </a:lnTo>
                <a:lnTo>
                  <a:pt x="4774120" y="4169194"/>
                </a:lnTo>
                <a:lnTo>
                  <a:pt x="4794288" y="4174007"/>
                </a:lnTo>
                <a:lnTo>
                  <a:pt x="4817427" y="4174693"/>
                </a:lnTo>
                <a:lnTo>
                  <a:pt x="5208079" y="4174693"/>
                </a:lnTo>
                <a:lnTo>
                  <a:pt x="5231282" y="4174413"/>
                </a:lnTo>
                <a:lnTo>
                  <a:pt x="5252034" y="4170489"/>
                </a:lnTo>
                <a:lnTo>
                  <a:pt x="5267845" y="4158310"/>
                </a:lnTo>
                <a:lnTo>
                  <a:pt x="5276278" y="4133253"/>
                </a:lnTo>
                <a:close/>
              </a:path>
            </a:pathLst>
          </a:custGeom>
          <a:solidFill>
            <a:srgbClr val="6E6E77">
              <a:alpha val="3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6887" y="2642273"/>
            <a:ext cx="4034154" cy="24568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635" algn="ctr">
              <a:lnSpc>
                <a:spcPct val="113999"/>
              </a:lnSpc>
              <a:spcBef>
                <a:spcPts val="90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Leaders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aware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constantly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fast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changing</a:t>
            </a:r>
            <a:r>
              <a:rPr sz="14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world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around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us.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Leaders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maintain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curiosity</a:t>
            </a:r>
            <a:r>
              <a:rPr sz="14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towards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knowledge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thrive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have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passion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lifelong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learning,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unlearning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relearning.</a:t>
            </a:r>
            <a:r>
              <a:rPr sz="14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proactively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explore</a:t>
            </a:r>
            <a:r>
              <a:rPr sz="14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&amp; use</a:t>
            </a:r>
            <a:r>
              <a:rPr sz="14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every opportunity,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platform,</a:t>
            </a:r>
            <a:r>
              <a:rPr sz="14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tool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source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learn,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unlearn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relearn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develop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themselves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team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members.</a:t>
            </a:r>
            <a:r>
              <a:rPr sz="14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learn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each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every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interaction</a:t>
            </a:r>
            <a:r>
              <a:rPr sz="14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experience.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Leaders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take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seriously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role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coaching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others.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91029" y="5254055"/>
            <a:ext cx="548640" cy="45720"/>
          </a:xfrm>
          <a:custGeom>
            <a:avLst/>
            <a:gdLst/>
            <a:ahLst/>
            <a:cxnLst/>
            <a:rect l="l" t="t" r="r" b="b"/>
            <a:pathLst>
              <a:path w="548639" h="45720">
                <a:moveTo>
                  <a:pt x="548640" y="0"/>
                </a:moveTo>
                <a:lnTo>
                  <a:pt x="0" y="0"/>
                </a:lnTo>
                <a:lnTo>
                  <a:pt x="0" y="45718"/>
                </a:lnTo>
                <a:lnTo>
                  <a:pt x="548640" y="45718"/>
                </a:lnTo>
                <a:lnTo>
                  <a:pt x="5486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37616" y="1346200"/>
            <a:ext cx="4055745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7145">
              <a:lnSpc>
                <a:spcPts val="3660"/>
              </a:lnSpc>
            </a:pPr>
            <a:r>
              <a:t>LEARN,</a:t>
            </a:r>
            <a:r>
              <a:rPr spc="-35"/>
              <a:t> </a:t>
            </a:r>
            <a:r>
              <a:rPr spc="-10"/>
              <a:t>UNLEARN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24737" y="1838642"/>
            <a:ext cx="3281679" cy="48640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3610"/>
              </a:lnSpc>
            </a:pPr>
            <a:r>
              <a:rPr sz="3200">
                <a:solidFill>
                  <a:srgbClr val="4A4A54"/>
                </a:solidFill>
                <a:latin typeface="Arial Black"/>
                <a:cs typeface="Arial Black"/>
              </a:rPr>
              <a:t>AND</a:t>
            </a:r>
            <a:r>
              <a:rPr sz="3200" spc="-25">
                <a:solidFill>
                  <a:srgbClr val="4A4A54"/>
                </a:solidFill>
                <a:latin typeface="Arial Black"/>
                <a:cs typeface="Arial Black"/>
              </a:rPr>
              <a:t> </a:t>
            </a:r>
            <a:r>
              <a:rPr sz="3200" spc="-10">
                <a:solidFill>
                  <a:srgbClr val="4A4A54"/>
                </a:solidFill>
                <a:latin typeface="Arial Black"/>
                <a:cs typeface="Arial Black"/>
              </a:rPr>
              <a:t>RELEARN</a:t>
            </a:r>
            <a:endParaRPr sz="3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9">
            <a:extLst>
              <a:ext uri="{FF2B5EF4-FFF2-40B4-BE49-F238E27FC236}">
                <a16:creationId xmlns:a16="http://schemas.microsoft.com/office/drawing/2014/main" id="{624219C5-DB97-AC0A-400C-1D7674DD7A78}"/>
              </a:ext>
            </a:extLst>
          </p:cNvPr>
          <p:cNvSpPr txBox="1">
            <a:spLocks/>
          </p:cNvSpPr>
          <p:nvPr/>
        </p:nvSpPr>
        <p:spPr>
          <a:xfrm>
            <a:off x="639039" y="127000"/>
            <a:ext cx="4055745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17145">
              <a:lnSpc>
                <a:spcPts val="3660"/>
              </a:lnSpc>
            </a:pPr>
            <a:r>
              <a:rPr lang="en-IN"/>
              <a:t>LEARN,</a:t>
            </a:r>
            <a:r>
              <a:rPr lang="en-IN" spc="-35"/>
              <a:t> </a:t>
            </a:r>
            <a:r>
              <a:rPr lang="en-IN" spc="-10"/>
              <a:t>UNLEARN</a:t>
            </a: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6AB5124B-ED66-9838-0A6B-BB48402CFB90}"/>
              </a:ext>
            </a:extLst>
          </p:cNvPr>
          <p:cNvSpPr txBox="1"/>
          <p:nvPr/>
        </p:nvSpPr>
        <p:spPr>
          <a:xfrm>
            <a:off x="1026160" y="619442"/>
            <a:ext cx="3281679" cy="48640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3610"/>
              </a:lnSpc>
            </a:pPr>
            <a:r>
              <a:rPr sz="3200">
                <a:solidFill>
                  <a:srgbClr val="4A4A54"/>
                </a:solidFill>
                <a:latin typeface="Arial Black"/>
                <a:cs typeface="Arial Black"/>
              </a:rPr>
              <a:t>AND</a:t>
            </a:r>
            <a:r>
              <a:rPr sz="3200" spc="-25">
                <a:solidFill>
                  <a:srgbClr val="4A4A54"/>
                </a:solidFill>
                <a:latin typeface="Arial Black"/>
                <a:cs typeface="Arial Black"/>
              </a:rPr>
              <a:t> </a:t>
            </a:r>
            <a:r>
              <a:rPr sz="3200" spc="-10">
                <a:solidFill>
                  <a:srgbClr val="4A4A54"/>
                </a:solidFill>
                <a:latin typeface="Arial Black"/>
                <a:cs typeface="Arial Black"/>
              </a:rPr>
              <a:t>RELEARN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D048A4-A3C4-8F50-C4DB-8982ECDC9907}"/>
              </a:ext>
            </a:extLst>
          </p:cNvPr>
          <p:cNvSpPr txBox="1"/>
          <p:nvPr/>
        </p:nvSpPr>
        <p:spPr>
          <a:xfrm>
            <a:off x="2057400" y="1112201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CAE8A9-6B85-F228-99E5-54E60875ED2A}"/>
              </a:ext>
            </a:extLst>
          </p:cNvPr>
          <p:cNvSpPr txBox="1"/>
          <p:nvPr/>
        </p:nvSpPr>
        <p:spPr>
          <a:xfrm>
            <a:off x="266611" y="1574800"/>
            <a:ext cx="4800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IN" sz="2400">
                <a:solidFill>
                  <a:schemeClr val="bg1"/>
                </a:solidFill>
              </a:rPr>
              <a:t>M</a:t>
            </a:r>
            <a:r>
              <a:rPr lang="en-IN" sz="2400" u="none" strike="noStrike">
                <a:solidFill>
                  <a:schemeClr val="bg1"/>
                </a:solidFill>
                <a:effectLst/>
              </a:rPr>
              <a:t>aintained curiosity towards knowledge and was passionate about lifelong learning, unlearning and relearning</a:t>
            </a:r>
          </a:p>
          <a:p>
            <a:pPr marL="457200" indent="-457200">
              <a:buFont typeface="+mj-lt"/>
              <a:buAutoNum type="alphaUcPeriod"/>
            </a:pPr>
            <a:endParaRPr lang="en-IN" sz="240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en-IN" sz="2400">
                <a:solidFill>
                  <a:schemeClr val="bg1"/>
                </a:solidFill>
              </a:rPr>
              <a:t>E</a:t>
            </a:r>
            <a:r>
              <a:rPr lang="en-IN" sz="2400" u="none" strike="noStrike">
                <a:solidFill>
                  <a:schemeClr val="bg1"/>
                </a:solidFill>
                <a:effectLst/>
              </a:rPr>
              <a:t>xplored every opportunity, platform, tool and source to learn, unlearn and relearn and developed myself and my team members</a:t>
            </a:r>
          </a:p>
          <a:p>
            <a:pPr marL="457200" indent="-457200">
              <a:buFont typeface="+mj-lt"/>
              <a:buAutoNum type="alphaUcPeriod"/>
            </a:pPr>
            <a:endParaRPr lang="en-IN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Learning is the essence of life</a:t>
            </a:r>
          </a:p>
          <a:p>
            <a:pPr marL="457200" indent="-457200" algn="l">
              <a:buFont typeface="+mj-lt"/>
              <a:buAutoNum type="alphaUcPeriod"/>
            </a:pPr>
            <a:endParaRPr lang="en-IN" sz="2400" b="0" i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The solution to ignorance is learning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</p:txBody>
      </p:sp>
      <p:pic>
        <p:nvPicPr>
          <p:cNvPr id="3" name="Graphic 2" descr="Questions with solid fill">
            <a:extLst>
              <a:ext uri="{FF2B5EF4-FFF2-40B4-BE49-F238E27FC236}">
                <a16:creationId xmlns:a16="http://schemas.microsoft.com/office/drawing/2014/main" id="{BF591B2C-7D82-26CE-98D3-AED5F8ED7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3615" y="862646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7975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9">
            <a:extLst>
              <a:ext uri="{FF2B5EF4-FFF2-40B4-BE49-F238E27FC236}">
                <a16:creationId xmlns:a16="http://schemas.microsoft.com/office/drawing/2014/main" id="{871CA3B9-CB2E-75EE-B530-559D65D2C1CE}"/>
              </a:ext>
            </a:extLst>
          </p:cNvPr>
          <p:cNvSpPr txBox="1">
            <a:spLocks/>
          </p:cNvSpPr>
          <p:nvPr/>
        </p:nvSpPr>
        <p:spPr>
          <a:xfrm>
            <a:off x="639039" y="127000"/>
            <a:ext cx="4055745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17145">
              <a:lnSpc>
                <a:spcPts val="3660"/>
              </a:lnSpc>
            </a:pPr>
            <a:r>
              <a:rPr lang="en-IN"/>
              <a:t>LEARN,</a:t>
            </a:r>
            <a:r>
              <a:rPr lang="en-IN" spc="-35"/>
              <a:t> </a:t>
            </a:r>
            <a:r>
              <a:rPr lang="en-IN" spc="-10"/>
              <a:t>UNLEARN</a:t>
            </a: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90A41679-E54F-D997-FAE4-87990AD30137}"/>
              </a:ext>
            </a:extLst>
          </p:cNvPr>
          <p:cNvSpPr txBox="1"/>
          <p:nvPr/>
        </p:nvSpPr>
        <p:spPr>
          <a:xfrm>
            <a:off x="1026160" y="619442"/>
            <a:ext cx="3281679" cy="48640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3610"/>
              </a:lnSpc>
            </a:pPr>
            <a:r>
              <a:rPr sz="3200">
                <a:solidFill>
                  <a:srgbClr val="4A4A54"/>
                </a:solidFill>
                <a:latin typeface="Arial Black"/>
                <a:cs typeface="Arial Black"/>
              </a:rPr>
              <a:t>AND</a:t>
            </a:r>
            <a:r>
              <a:rPr sz="3200" spc="-25">
                <a:solidFill>
                  <a:srgbClr val="4A4A54"/>
                </a:solidFill>
                <a:latin typeface="Arial Black"/>
                <a:cs typeface="Arial Black"/>
              </a:rPr>
              <a:t> </a:t>
            </a:r>
            <a:r>
              <a:rPr sz="3200" spc="-10">
                <a:solidFill>
                  <a:srgbClr val="4A4A54"/>
                </a:solidFill>
                <a:latin typeface="Arial Black"/>
                <a:cs typeface="Arial Black"/>
              </a:rPr>
              <a:t>RELEARN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339476-FCE5-9D5A-B471-98B2A7771F7A}"/>
              </a:ext>
            </a:extLst>
          </p:cNvPr>
          <p:cNvSpPr txBox="1"/>
          <p:nvPr/>
        </p:nvSpPr>
        <p:spPr>
          <a:xfrm>
            <a:off x="2057400" y="1112201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A038D6-16A5-010B-8BBD-AACC76420E73}"/>
              </a:ext>
            </a:extLst>
          </p:cNvPr>
          <p:cNvSpPr txBox="1"/>
          <p:nvPr/>
        </p:nvSpPr>
        <p:spPr>
          <a:xfrm>
            <a:off x="266611" y="1574800"/>
            <a:ext cx="4800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IN" sz="2400">
                <a:solidFill>
                  <a:srgbClr val="00B050"/>
                </a:solidFill>
              </a:rPr>
              <a:t>M</a:t>
            </a:r>
            <a:r>
              <a:rPr lang="en-IN" sz="2400" u="none" strike="noStrike">
                <a:solidFill>
                  <a:srgbClr val="00B050"/>
                </a:solidFill>
                <a:effectLst/>
              </a:rPr>
              <a:t>aintained curiosity towards knowledge and was passionate about lifelong learning, unlearning and relearning</a:t>
            </a:r>
          </a:p>
          <a:p>
            <a:pPr marL="457200" indent="-457200">
              <a:buFont typeface="+mj-lt"/>
              <a:buAutoNum type="alphaUcPeriod"/>
            </a:pPr>
            <a:endParaRPr lang="en-IN" sz="2400">
              <a:solidFill>
                <a:srgbClr val="00B050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en-IN" sz="2400">
                <a:solidFill>
                  <a:srgbClr val="00B050"/>
                </a:solidFill>
              </a:rPr>
              <a:t>E</a:t>
            </a:r>
            <a:r>
              <a:rPr lang="en-IN" sz="2400" u="none" strike="noStrike">
                <a:solidFill>
                  <a:srgbClr val="00B050"/>
                </a:solidFill>
                <a:effectLst/>
              </a:rPr>
              <a:t>xplored every opportunity, platform, tool and source to learn, unlearn and relearn and developed myself and my team members</a:t>
            </a:r>
          </a:p>
          <a:p>
            <a:pPr marL="457200" indent="-457200">
              <a:buFont typeface="+mj-lt"/>
              <a:buAutoNum type="alphaUcPeriod"/>
            </a:pPr>
            <a:endParaRPr lang="en-IN" sz="2400">
              <a:solidFill>
                <a:srgbClr val="00B050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Learning is the essence of life</a:t>
            </a:r>
          </a:p>
          <a:p>
            <a:pPr marL="457200" indent="-457200" algn="l">
              <a:buFont typeface="+mj-lt"/>
              <a:buAutoNum type="alphaUcPeriod"/>
            </a:pPr>
            <a:endParaRPr lang="en-IN" sz="2400" b="0" i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The solution to ignorance is learning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B6433B65-801A-15DE-E848-CC325ACF80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7178" y="798917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610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9">
            <a:extLst>
              <a:ext uri="{FF2B5EF4-FFF2-40B4-BE49-F238E27FC236}">
                <a16:creationId xmlns:a16="http://schemas.microsoft.com/office/drawing/2014/main" id="{FF41C434-7E93-F283-024E-3B2622E54536}"/>
              </a:ext>
            </a:extLst>
          </p:cNvPr>
          <p:cNvSpPr txBox="1">
            <a:spLocks/>
          </p:cNvSpPr>
          <p:nvPr/>
        </p:nvSpPr>
        <p:spPr>
          <a:xfrm>
            <a:off x="639039" y="1006158"/>
            <a:ext cx="4055745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17145">
              <a:lnSpc>
                <a:spcPts val="3660"/>
              </a:lnSpc>
            </a:pPr>
            <a:r>
              <a:rPr lang="en-IN"/>
              <a:t>LEARN,</a:t>
            </a:r>
            <a:r>
              <a:rPr lang="en-IN" spc="-35"/>
              <a:t> </a:t>
            </a:r>
            <a:r>
              <a:rPr lang="en-IN" spc="-10"/>
              <a:t>UNLEARN</a:t>
            </a: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D7C3F17E-493C-7CF6-EC94-0D989DA5F9CE}"/>
              </a:ext>
            </a:extLst>
          </p:cNvPr>
          <p:cNvSpPr txBox="1"/>
          <p:nvPr/>
        </p:nvSpPr>
        <p:spPr>
          <a:xfrm>
            <a:off x="1026160" y="1498600"/>
            <a:ext cx="3281679" cy="48640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3610"/>
              </a:lnSpc>
            </a:pPr>
            <a:r>
              <a:rPr sz="3200">
                <a:solidFill>
                  <a:srgbClr val="4A4A54"/>
                </a:solidFill>
                <a:latin typeface="Arial Black"/>
                <a:cs typeface="Arial Black"/>
              </a:rPr>
              <a:t>AND</a:t>
            </a:r>
            <a:r>
              <a:rPr sz="3200" spc="-25">
                <a:solidFill>
                  <a:srgbClr val="4A4A54"/>
                </a:solidFill>
                <a:latin typeface="Arial Black"/>
                <a:cs typeface="Arial Black"/>
              </a:rPr>
              <a:t> </a:t>
            </a:r>
            <a:r>
              <a:rPr sz="3200" spc="-10">
                <a:solidFill>
                  <a:srgbClr val="4A4A54"/>
                </a:solidFill>
                <a:latin typeface="Arial Black"/>
                <a:cs typeface="Arial Black"/>
              </a:rPr>
              <a:t>RELEARN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A0A7F3-E9BD-205E-74BA-52EC1A048546}"/>
              </a:ext>
            </a:extLst>
          </p:cNvPr>
          <p:cNvSpPr txBox="1"/>
          <p:nvPr/>
        </p:nvSpPr>
        <p:spPr>
          <a:xfrm>
            <a:off x="457200" y="2717800"/>
            <a:ext cx="443240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Living the Leadership Principle</a:t>
            </a: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r>
              <a:rPr lang="en-US" sz="3600">
                <a:solidFill>
                  <a:schemeClr val="bg1"/>
                </a:solidFill>
              </a:rPr>
              <a:t>Experience sharing</a:t>
            </a:r>
          </a:p>
        </p:txBody>
      </p:sp>
    </p:spTree>
    <p:extLst>
      <p:ext uri="{BB962C8B-B14F-4D97-AF65-F5344CB8AC3E}">
        <p14:creationId xmlns:p14="http://schemas.microsoft.com/office/powerpoint/2010/main" val="38884038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BD6139-95D5-FAD3-7AF0-C60C812E142E}"/>
              </a:ext>
            </a:extLst>
          </p:cNvPr>
          <p:cNvSpPr txBox="1"/>
          <p:nvPr/>
        </p:nvSpPr>
        <p:spPr>
          <a:xfrm>
            <a:off x="323850" y="1982887"/>
            <a:ext cx="478155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Rina, a team lead, noticed emerging technologies reshaping her industry. Rather than sticking to familiar methods, she actively enrolled in online courses and encouraged her team to do the same.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After attending a workshop on agile practices, she revamped her team’s workflow and shared insights through regular coaching sessions.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Whenever challenges arose, Rina treated them as learning moments—encouraging reflection and adaptation.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Her passion for continuous learning not only kept the team ahead but also fostered a culture of growth and resilience.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B84A8D-8572-F4C8-E653-0EBF4A7BD8AB}"/>
              </a:ext>
            </a:extLst>
          </p:cNvPr>
          <p:cNvSpPr txBox="1"/>
          <p:nvPr/>
        </p:nvSpPr>
        <p:spPr>
          <a:xfrm>
            <a:off x="1975143" y="1454359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Situation</a:t>
            </a: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8A2E83CE-39B6-3C4E-7CB1-A8374DC75F17}"/>
              </a:ext>
            </a:extLst>
          </p:cNvPr>
          <p:cNvSpPr txBox="1">
            <a:spLocks/>
          </p:cNvSpPr>
          <p:nvPr/>
        </p:nvSpPr>
        <p:spPr>
          <a:xfrm>
            <a:off x="639039" y="279400"/>
            <a:ext cx="4055745" cy="4927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17145">
              <a:lnSpc>
                <a:spcPts val="3660"/>
              </a:lnSpc>
            </a:pPr>
            <a:r>
              <a:rPr lang="en-IN"/>
              <a:t>LEARN,</a:t>
            </a:r>
            <a:r>
              <a:rPr lang="en-IN" spc="-35"/>
              <a:t> </a:t>
            </a:r>
            <a:r>
              <a:rPr lang="en-IN" spc="-10"/>
              <a:t>UNLEARN</a:t>
            </a: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15C67C90-0EF1-E2CC-1E38-0A70F9AF073F}"/>
              </a:ext>
            </a:extLst>
          </p:cNvPr>
          <p:cNvSpPr txBox="1"/>
          <p:nvPr/>
        </p:nvSpPr>
        <p:spPr>
          <a:xfrm>
            <a:off x="1026160" y="771842"/>
            <a:ext cx="3281679" cy="48640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3610"/>
              </a:lnSpc>
            </a:pPr>
            <a:r>
              <a:rPr sz="3200">
                <a:solidFill>
                  <a:srgbClr val="4A4A54"/>
                </a:solidFill>
                <a:latin typeface="Arial Black"/>
                <a:cs typeface="Arial Black"/>
              </a:rPr>
              <a:t>AND</a:t>
            </a:r>
            <a:r>
              <a:rPr sz="3200" spc="-25">
                <a:solidFill>
                  <a:srgbClr val="4A4A54"/>
                </a:solidFill>
                <a:latin typeface="Arial Black"/>
                <a:cs typeface="Arial Black"/>
              </a:rPr>
              <a:t> </a:t>
            </a:r>
            <a:r>
              <a:rPr sz="3200" spc="-10">
                <a:solidFill>
                  <a:srgbClr val="4A4A54"/>
                </a:solidFill>
                <a:latin typeface="Arial Black"/>
                <a:cs typeface="Arial Black"/>
              </a:rPr>
              <a:t>RELEARN</a:t>
            </a:r>
            <a:endParaRPr sz="320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5386005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C7157B-2150-EE60-DADB-C2E6305F44F3}"/>
              </a:ext>
            </a:extLst>
          </p:cNvPr>
          <p:cNvSpPr txBox="1"/>
          <p:nvPr/>
        </p:nvSpPr>
        <p:spPr>
          <a:xfrm>
            <a:off x="495300" y="1193800"/>
            <a:ext cx="4343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Maintained curiosity towards knowledge and was passionate about lifelong learning, unlearning and relearning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Explored every opportunity, platform, tool and source to learn, unlearn and relearn and developed himself/herself and team members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Learnt from each and every interaction and experience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Took his/her role of coaching others seriously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7B758C-4C60-3B32-F5BA-CD1DE7575BB2}"/>
              </a:ext>
            </a:extLst>
          </p:cNvPr>
          <p:cNvSpPr txBox="1"/>
          <p:nvPr/>
        </p:nvSpPr>
        <p:spPr>
          <a:xfrm>
            <a:off x="1746270" y="279400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Evidences</a:t>
            </a:r>
          </a:p>
        </p:txBody>
      </p:sp>
      <p:pic>
        <p:nvPicPr>
          <p:cNvPr id="2" name="Graphic 1" descr="Questions with solid fill">
            <a:extLst>
              <a:ext uri="{FF2B5EF4-FFF2-40B4-BE49-F238E27FC236}">
                <a16:creationId xmlns:a16="http://schemas.microsoft.com/office/drawing/2014/main" id="{0694B4C4-A5B5-FC97-7090-9DF7D58799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7200" y="398165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077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E58A43-CE47-EA09-231E-F87DB2E107B3}"/>
              </a:ext>
            </a:extLst>
          </p:cNvPr>
          <p:cNvSpPr txBox="1"/>
          <p:nvPr/>
        </p:nvSpPr>
        <p:spPr>
          <a:xfrm>
            <a:off x="495300" y="1193800"/>
            <a:ext cx="4343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Maintained curiosity towards knowledge and was passionate about lifelong learning, unlearning and relearning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Explored every opportunity, platform, tool and source to learn, unlearn and relearn and developed himself/herself and team members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Learnt from each and every interaction and experience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Took his/her role of coaching others seriously</a:t>
            </a: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B8DF15B5-BF10-9CAA-0F39-108DD0D20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600" y="530947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891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425" y="0"/>
            <a:ext cx="228600" cy="352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5425" y="0"/>
            <a:ext cx="228600" cy="3524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5"/>
              </a:spcBef>
            </a:pP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29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872" y="1041400"/>
            <a:ext cx="5332824" cy="53741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91692" y="2470426"/>
            <a:ext cx="3948429" cy="27006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leaders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understand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4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team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game.</a:t>
            </a:r>
            <a:endParaRPr sz="1400">
              <a:latin typeface="Arial MT"/>
              <a:cs typeface="Arial MT"/>
            </a:endParaRPr>
          </a:p>
          <a:p>
            <a:pPr marL="125095" marR="121285" indent="3810" algn="ctr">
              <a:lnSpc>
                <a:spcPts val="1920"/>
              </a:lnSpc>
              <a:spcBef>
                <a:spcPts val="95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adept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working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matrix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organization</a:t>
            </a:r>
            <a:r>
              <a:rPr sz="14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structure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across</a:t>
            </a:r>
            <a:r>
              <a:rPr sz="1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global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work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days.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recognize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importance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endParaRPr sz="1400">
              <a:latin typeface="Arial MT"/>
              <a:cs typeface="Arial MT"/>
            </a:endParaRPr>
          </a:p>
          <a:p>
            <a:pPr marL="12700" marR="5080" indent="-635" algn="ctr">
              <a:lnSpc>
                <a:spcPct val="114100"/>
              </a:lnSpc>
              <a:spcBef>
                <a:spcPts val="5"/>
              </a:spcBef>
            </a:pP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interdependence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encourage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collaborative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working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across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skill-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sets,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roles,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locations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time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zones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order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succeed.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Differences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are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managed</a:t>
            </a:r>
            <a:r>
              <a:rPr sz="14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through</a:t>
            </a:r>
            <a:r>
              <a:rPr sz="14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effective</a:t>
            </a:r>
            <a:r>
              <a:rPr sz="14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communication</a:t>
            </a:r>
            <a:r>
              <a:rPr sz="14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a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problem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solving</a:t>
            </a:r>
            <a:r>
              <a:rPr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approach.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Leaders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go</a:t>
            </a:r>
            <a:r>
              <a:rPr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out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their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way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help</a:t>
            </a:r>
            <a:r>
              <a:rPr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team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members</a:t>
            </a:r>
            <a:r>
              <a:rPr sz="1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across</a:t>
            </a:r>
            <a:r>
              <a:rPr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organization</a:t>
            </a:r>
            <a:r>
              <a:rPr sz="1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succeed.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6633" y="1661779"/>
            <a:ext cx="3937635" cy="492759"/>
          </a:xfrm>
          <a:custGeom>
            <a:avLst/>
            <a:gdLst/>
            <a:ahLst/>
            <a:cxnLst/>
            <a:rect l="l" t="t" r="r" b="b"/>
            <a:pathLst>
              <a:path w="3937635" h="492760">
                <a:moveTo>
                  <a:pt x="3937508" y="0"/>
                </a:moveTo>
                <a:lnTo>
                  <a:pt x="0" y="0"/>
                </a:lnTo>
                <a:lnTo>
                  <a:pt x="0" y="492442"/>
                </a:lnTo>
                <a:lnTo>
                  <a:pt x="3937508" y="492442"/>
                </a:lnTo>
                <a:lnTo>
                  <a:pt x="3937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99617" y="1625597"/>
            <a:ext cx="39338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/>
              <a:t>COLLABORATION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0F8726B6-5287-D458-9C23-AC7EBD66D7A2}"/>
              </a:ext>
            </a:extLst>
          </p:cNvPr>
          <p:cNvSpPr/>
          <p:nvPr/>
        </p:nvSpPr>
        <p:spPr>
          <a:xfrm>
            <a:off x="697103" y="220332"/>
            <a:ext cx="3937635" cy="492759"/>
          </a:xfrm>
          <a:custGeom>
            <a:avLst/>
            <a:gdLst/>
            <a:ahLst/>
            <a:cxnLst/>
            <a:rect l="l" t="t" r="r" b="b"/>
            <a:pathLst>
              <a:path w="3937635" h="492760">
                <a:moveTo>
                  <a:pt x="3937508" y="0"/>
                </a:moveTo>
                <a:lnTo>
                  <a:pt x="0" y="0"/>
                </a:lnTo>
                <a:lnTo>
                  <a:pt x="0" y="492442"/>
                </a:lnTo>
                <a:lnTo>
                  <a:pt x="3937508" y="492442"/>
                </a:lnTo>
                <a:lnTo>
                  <a:pt x="3937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A00BFE4-7F9E-2942-C197-C4EC73BE0CC5}"/>
              </a:ext>
            </a:extLst>
          </p:cNvPr>
          <p:cNvSpPr txBox="1">
            <a:spLocks/>
          </p:cNvSpPr>
          <p:nvPr/>
        </p:nvSpPr>
        <p:spPr>
          <a:xfrm>
            <a:off x="700087" y="203200"/>
            <a:ext cx="39338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pc="-10"/>
              <a:t>COLLABORATION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1973CD-1E48-9E7D-63BB-3D32E8146FCD}"/>
              </a:ext>
            </a:extLst>
          </p:cNvPr>
          <p:cNvSpPr txBox="1"/>
          <p:nvPr/>
        </p:nvSpPr>
        <p:spPr>
          <a:xfrm>
            <a:off x="2057400" y="73660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44FAC-5EB9-638A-74C5-4A0286B40EE8}"/>
              </a:ext>
            </a:extLst>
          </p:cNvPr>
          <p:cNvSpPr txBox="1"/>
          <p:nvPr/>
        </p:nvSpPr>
        <p:spPr>
          <a:xfrm>
            <a:off x="341820" y="1352689"/>
            <a:ext cx="48397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Team work is important for collaboration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recognised the importance of interdependence and encouraged collaborative working across skill-sets, roles, locations and time zones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I managed differences through effective communication and solved problems 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We need to be supportive towards team members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</p:txBody>
      </p:sp>
      <p:pic>
        <p:nvPicPr>
          <p:cNvPr id="3" name="Graphic 2" descr="Questions with solid fill">
            <a:extLst>
              <a:ext uri="{FF2B5EF4-FFF2-40B4-BE49-F238E27FC236}">
                <a16:creationId xmlns:a16="http://schemas.microsoft.com/office/drawing/2014/main" id="{60453E27-07DB-EB5B-A717-60318B7562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13385" y="713091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8553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3C4C2CE7-0926-3425-DFA4-504E2B823D7D}"/>
              </a:ext>
            </a:extLst>
          </p:cNvPr>
          <p:cNvSpPr/>
          <p:nvPr/>
        </p:nvSpPr>
        <p:spPr>
          <a:xfrm>
            <a:off x="697103" y="220332"/>
            <a:ext cx="3937635" cy="492759"/>
          </a:xfrm>
          <a:custGeom>
            <a:avLst/>
            <a:gdLst/>
            <a:ahLst/>
            <a:cxnLst/>
            <a:rect l="l" t="t" r="r" b="b"/>
            <a:pathLst>
              <a:path w="3937635" h="492760">
                <a:moveTo>
                  <a:pt x="3937508" y="0"/>
                </a:moveTo>
                <a:lnTo>
                  <a:pt x="0" y="0"/>
                </a:lnTo>
                <a:lnTo>
                  <a:pt x="0" y="492442"/>
                </a:lnTo>
                <a:lnTo>
                  <a:pt x="3937508" y="492442"/>
                </a:lnTo>
                <a:lnTo>
                  <a:pt x="3937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1ACB0B9-D6B9-070C-99B2-75D012709524}"/>
              </a:ext>
            </a:extLst>
          </p:cNvPr>
          <p:cNvSpPr txBox="1">
            <a:spLocks/>
          </p:cNvSpPr>
          <p:nvPr/>
        </p:nvSpPr>
        <p:spPr>
          <a:xfrm>
            <a:off x="700087" y="203200"/>
            <a:ext cx="39338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3200" b="0" i="0">
                <a:solidFill>
                  <a:srgbClr val="4A4A54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pc="-10"/>
              <a:t>COLLABORATION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80ADC-1245-ACA9-3FF2-8D6722187A8F}"/>
              </a:ext>
            </a:extLst>
          </p:cNvPr>
          <p:cNvSpPr txBox="1"/>
          <p:nvPr/>
        </p:nvSpPr>
        <p:spPr>
          <a:xfrm>
            <a:off x="2057400" y="73660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QUIZ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C658CA-6644-A89D-D0E8-C30E4A720AF0}"/>
              </a:ext>
            </a:extLst>
          </p:cNvPr>
          <p:cNvSpPr txBox="1"/>
          <p:nvPr/>
        </p:nvSpPr>
        <p:spPr>
          <a:xfrm>
            <a:off x="341820" y="1352689"/>
            <a:ext cx="48397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Team work is important for collaboration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rgbClr val="00B050"/>
                </a:solidFill>
                <a:effectLst/>
              </a:rPr>
              <a:t>I recognised the importance of interdependence and encouraged collaborative working across skill-sets, roles, locations and time zones</a:t>
            </a:r>
            <a:endParaRPr lang="en-IN" sz="2400" b="0" i="0" u="none" strike="noStrike">
              <a:solidFill>
                <a:srgbClr val="00B050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rgbClr val="00B050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rgbClr val="00B050"/>
                </a:solidFill>
                <a:effectLst/>
              </a:rPr>
              <a:t>I managed differences through effective communication and solved problems </a:t>
            </a:r>
            <a:endParaRPr lang="en-IN" sz="2400" b="0" i="0" u="none" strike="noStrike">
              <a:solidFill>
                <a:srgbClr val="00B050"/>
              </a:solidFill>
              <a:effectLst/>
              <a:latin typeface="Aptos Narrow" panose="020B0004020202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endParaRPr lang="en-US" sz="2400">
              <a:solidFill>
                <a:schemeClr val="bg1"/>
              </a:solidFill>
            </a:endParaRPr>
          </a:p>
          <a:p>
            <a:pPr marL="457200" indent="-457200" algn="l">
              <a:buFont typeface="+mj-lt"/>
              <a:buAutoNum type="alphaUcPeriod"/>
            </a:pPr>
            <a:r>
              <a:rPr lang="en-IN" sz="2400" u="none" strike="noStrike">
                <a:solidFill>
                  <a:schemeClr val="bg1"/>
                </a:solidFill>
                <a:effectLst/>
              </a:rPr>
              <a:t>We need to be supportive towards team members</a:t>
            </a:r>
            <a:endParaRPr lang="en-IN" sz="2400" b="0" i="0" u="none" strike="noStrike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714C040F-64CD-9960-D2D6-83351F4560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5490" y="742810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944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316751DB-507F-1284-8206-F1D0CF0C4FA1}"/>
              </a:ext>
            </a:extLst>
          </p:cNvPr>
          <p:cNvSpPr/>
          <p:nvPr/>
        </p:nvSpPr>
        <p:spPr>
          <a:xfrm>
            <a:off x="697103" y="925182"/>
            <a:ext cx="3937635" cy="492759"/>
          </a:xfrm>
          <a:custGeom>
            <a:avLst/>
            <a:gdLst/>
            <a:ahLst/>
            <a:cxnLst/>
            <a:rect l="l" t="t" r="r" b="b"/>
            <a:pathLst>
              <a:path w="3937635" h="492760">
                <a:moveTo>
                  <a:pt x="3937508" y="0"/>
                </a:moveTo>
                <a:lnTo>
                  <a:pt x="0" y="0"/>
                </a:lnTo>
                <a:lnTo>
                  <a:pt x="0" y="492442"/>
                </a:lnTo>
                <a:lnTo>
                  <a:pt x="3937508" y="492442"/>
                </a:lnTo>
                <a:lnTo>
                  <a:pt x="3937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B9370077-716C-5F14-2BCC-89F2F36962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0087" y="889000"/>
            <a:ext cx="39338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/>
              <a:t>COLLABORATION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5C6A72-9798-F0DD-1470-B9EC94D55A3C}"/>
              </a:ext>
            </a:extLst>
          </p:cNvPr>
          <p:cNvSpPr txBox="1"/>
          <p:nvPr/>
        </p:nvSpPr>
        <p:spPr>
          <a:xfrm>
            <a:off x="457200" y="2717800"/>
            <a:ext cx="443240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Living the Leadership Principle</a:t>
            </a: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endParaRPr lang="en-US" sz="2800">
              <a:solidFill>
                <a:schemeClr val="bg1"/>
              </a:solidFill>
            </a:endParaRPr>
          </a:p>
          <a:p>
            <a:pPr algn="ctr"/>
            <a:r>
              <a:rPr lang="en-US" sz="3600">
                <a:solidFill>
                  <a:schemeClr val="bg1"/>
                </a:solidFill>
              </a:rPr>
              <a:t>Experience sharing</a:t>
            </a:r>
          </a:p>
        </p:txBody>
      </p:sp>
    </p:spTree>
    <p:extLst>
      <p:ext uri="{BB962C8B-B14F-4D97-AF65-F5344CB8AC3E}">
        <p14:creationId xmlns:p14="http://schemas.microsoft.com/office/powerpoint/2010/main" val="28849124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B9ECBE-1281-A62A-BAE5-F13DC71D6B7D}"/>
              </a:ext>
            </a:extLst>
          </p:cNvPr>
          <p:cNvSpPr txBox="1"/>
          <p:nvPr/>
        </p:nvSpPr>
        <p:spPr>
          <a:xfrm>
            <a:off x="247650" y="1507629"/>
            <a:ext cx="48387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Maya, a program manager, led a global project spanning teams across three continents. She coordinated meetings at odd hours, created clear communication channels, and encouraged team members from different departments to share expertise openly.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When conflicts arose due to cultural differences and time pressures, Maya facilitated calm, solution-focused discussions that kept everyone aligned.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She often stayed late to assist teammates facing roadblocks—ensuring the whole organization moved forward together.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Her collaborative mindset turned a complex matrix into a high-performing team.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DE2106-F095-C49C-6750-9BC78F22528A}"/>
              </a:ext>
            </a:extLst>
          </p:cNvPr>
          <p:cNvSpPr txBox="1"/>
          <p:nvPr/>
        </p:nvSpPr>
        <p:spPr>
          <a:xfrm>
            <a:off x="1975143" y="1117600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Situation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F7EA589F-DE38-F14F-A491-E3CB587588FA}"/>
              </a:ext>
            </a:extLst>
          </p:cNvPr>
          <p:cNvSpPr/>
          <p:nvPr/>
        </p:nvSpPr>
        <p:spPr>
          <a:xfrm>
            <a:off x="697103" y="467982"/>
            <a:ext cx="3937635" cy="492759"/>
          </a:xfrm>
          <a:custGeom>
            <a:avLst/>
            <a:gdLst/>
            <a:ahLst/>
            <a:cxnLst/>
            <a:rect l="l" t="t" r="r" b="b"/>
            <a:pathLst>
              <a:path w="3937635" h="492760">
                <a:moveTo>
                  <a:pt x="3937508" y="0"/>
                </a:moveTo>
                <a:lnTo>
                  <a:pt x="0" y="0"/>
                </a:lnTo>
                <a:lnTo>
                  <a:pt x="0" y="492442"/>
                </a:lnTo>
                <a:lnTo>
                  <a:pt x="3937508" y="492442"/>
                </a:lnTo>
                <a:lnTo>
                  <a:pt x="3937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AEC7405D-E439-6653-EC2B-E28FAC5CB0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0087" y="431800"/>
            <a:ext cx="39338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/>
              <a:t>COLLABORATION</a:t>
            </a:r>
          </a:p>
        </p:txBody>
      </p:sp>
    </p:spTree>
    <p:extLst>
      <p:ext uri="{BB962C8B-B14F-4D97-AF65-F5344CB8AC3E}">
        <p14:creationId xmlns:p14="http://schemas.microsoft.com/office/powerpoint/2010/main" val="18766685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E3A745-9B3E-98B7-C867-3CE8251CDF78}"/>
              </a:ext>
            </a:extLst>
          </p:cNvPr>
          <p:cNvSpPr txBox="1"/>
          <p:nvPr/>
        </p:nvSpPr>
        <p:spPr>
          <a:xfrm>
            <a:off x="381000" y="965200"/>
            <a:ext cx="4572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Was adept and worked in a matrix organization structure across global work-days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err="1">
                <a:solidFill>
                  <a:schemeClr val="bg1"/>
                </a:solidFill>
              </a:rPr>
              <a:t>Recognised</a:t>
            </a:r>
            <a:r>
              <a:rPr lang="en-US">
                <a:solidFill>
                  <a:schemeClr val="bg1"/>
                </a:solidFill>
              </a:rPr>
              <a:t> the importance of interdependence and encouraged collaborative working across skill-sets, roles, locations and time zones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Managed differences through effective communication and solved problems 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chemeClr val="bg1"/>
                </a:solidFill>
              </a:rPr>
              <a:t>Went out of my way to help team members across the organization to succeed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35D814-3441-2A09-F92D-3FB24DD3CEB8}"/>
              </a:ext>
            </a:extLst>
          </p:cNvPr>
          <p:cNvSpPr txBox="1"/>
          <p:nvPr/>
        </p:nvSpPr>
        <p:spPr>
          <a:xfrm>
            <a:off x="1746270" y="279400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Evidences</a:t>
            </a:r>
          </a:p>
        </p:txBody>
      </p:sp>
      <p:pic>
        <p:nvPicPr>
          <p:cNvPr id="2" name="Graphic 1" descr="Questions with solid fill">
            <a:extLst>
              <a:ext uri="{FF2B5EF4-FFF2-40B4-BE49-F238E27FC236}">
                <a16:creationId xmlns:a16="http://schemas.microsoft.com/office/drawing/2014/main" id="{81DAC094-D2CF-AB67-95FD-F163CFE52C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600" y="2794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544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90A4F1-5701-ABA2-BC7A-882C519A324A}"/>
              </a:ext>
            </a:extLst>
          </p:cNvPr>
          <p:cNvSpPr txBox="1"/>
          <p:nvPr/>
        </p:nvSpPr>
        <p:spPr>
          <a:xfrm>
            <a:off x="381000" y="965200"/>
            <a:ext cx="4572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Was adept and worked in a matrix organization structure across global work-days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err="1">
                <a:solidFill>
                  <a:srgbClr val="00B050"/>
                </a:solidFill>
              </a:rPr>
              <a:t>Recognised</a:t>
            </a:r>
            <a:r>
              <a:rPr lang="en-US">
                <a:solidFill>
                  <a:srgbClr val="00B050"/>
                </a:solidFill>
              </a:rPr>
              <a:t> the importance of interdependence and encouraged collaborative working across skill-sets, roles, locations and time zones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Managed differences through effective communication and solved problems </a:t>
            </a:r>
          </a:p>
          <a:p>
            <a:pPr marL="342900" indent="-342900">
              <a:buFont typeface="+mj-lt"/>
              <a:buAutoNum type="alphaUcPeriod"/>
            </a:pPr>
            <a:endParaRPr lang="en-US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>
                <a:solidFill>
                  <a:srgbClr val="00B050"/>
                </a:solidFill>
              </a:rPr>
              <a:t>Went out of my way to help team members across the organization to succeed</a:t>
            </a:r>
          </a:p>
        </p:txBody>
      </p:sp>
      <p:pic>
        <p:nvPicPr>
          <p:cNvPr id="2" name="Graphic 1" descr="Customer review with solid fill">
            <a:extLst>
              <a:ext uri="{FF2B5EF4-FFF2-40B4-BE49-F238E27FC236}">
                <a16:creationId xmlns:a16="http://schemas.microsoft.com/office/drawing/2014/main" id="{B32E88EF-D31C-D297-E0C8-EED3EF8F63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600" y="338633"/>
            <a:ext cx="626567" cy="62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719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05960"/>
            <a:ext cx="5330825" cy="1645920"/>
          </a:xfrm>
          <a:custGeom>
            <a:avLst/>
            <a:gdLst/>
            <a:ahLst/>
            <a:cxnLst/>
            <a:rect l="l" t="t" r="r" b="b"/>
            <a:pathLst>
              <a:path w="5330825" h="1645920">
                <a:moveTo>
                  <a:pt x="5330825" y="0"/>
                </a:moveTo>
                <a:lnTo>
                  <a:pt x="0" y="0"/>
                </a:lnTo>
                <a:lnTo>
                  <a:pt x="0" y="1645920"/>
                </a:lnTo>
                <a:lnTo>
                  <a:pt x="5330825" y="1645920"/>
                </a:lnTo>
                <a:lnTo>
                  <a:pt x="5330825" y="0"/>
                </a:lnTo>
                <a:close/>
              </a:path>
            </a:pathLst>
          </a:custGeom>
          <a:solidFill>
            <a:srgbClr val="6E6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0980" y="7154367"/>
            <a:ext cx="31146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>
                <a:latin typeface="Arial MT"/>
                <a:cs typeface="Arial MT"/>
              </a:rPr>
              <a:t>Strictly</a:t>
            </a:r>
            <a:r>
              <a:rPr sz="600" spc="-5">
                <a:latin typeface="Arial MT"/>
                <a:cs typeface="Arial MT"/>
              </a:rPr>
              <a:t> </a:t>
            </a:r>
            <a:r>
              <a:rPr sz="600" spc="-10">
                <a:latin typeface="Arial MT"/>
                <a:cs typeface="Arial MT"/>
              </a:rPr>
              <a:t>Confidential</a:t>
            </a:r>
            <a:r>
              <a:rPr sz="600" spc="10">
                <a:latin typeface="Arial MT"/>
                <a:cs typeface="Arial MT"/>
              </a:rPr>
              <a:t> </a:t>
            </a:r>
            <a:r>
              <a:rPr sz="600">
                <a:latin typeface="Arial MT"/>
                <a:cs typeface="Arial MT"/>
              </a:rPr>
              <a:t>and</a:t>
            </a:r>
            <a:r>
              <a:rPr sz="600" spc="25">
                <a:latin typeface="Arial MT"/>
                <a:cs typeface="Arial MT"/>
              </a:rPr>
              <a:t> </a:t>
            </a:r>
            <a:r>
              <a:rPr sz="600" spc="-10">
                <a:latin typeface="Arial MT"/>
                <a:cs typeface="Arial MT"/>
              </a:rPr>
              <a:t>Proprietary</a:t>
            </a:r>
            <a:r>
              <a:rPr sz="600">
                <a:latin typeface="Arial MT"/>
                <a:cs typeface="Arial MT"/>
              </a:rPr>
              <a:t> </a:t>
            </a:r>
            <a:r>
              <a:rPr sz="600" spc="-10">
                <a:latin typeface="Arial MT"/>
                <a:cs typeface="Arial MT"/>
              </a:rPr>
              <a:t>Information</a:t>
            </a:r>
            <a:r>
              <a:rPr sz="600" spc="25">
                <a:latin typeface="Arial MT"/>
                <a:cs typeface="Arial MT"/>
              </a:rPr>
              <a:t> </a:t>
            </a:r>
            <a:r>
              <a:rPr sz="600">
                <a:latin typeface="Arial MT"/>
                <a:cs typeface="Arial MT"/>
              </a:rPr>
              <a:t>of</a:t>
            </a:r>
            <a:r>
              <a:rPr sz="600" spc="15">
                <a:latin typeface="Arial MT"/>
                <a:cs typeface="Arial MT"/>
              </a:rPr>
              <a:t> </a:t>
            </a:r>
            <a:r>
              <a:rPr sz="600" spc="-10">
                <a:latin typeface="Arial MT"/>
                <a:cs typeface="Arial MT"/>
              </a:rPr>
              <a:t>Cheers</a:t>
            </a:r>
            <a:r>
              <a:rPr sz="600" spc="25">
                <a:latin typeface="Arial MT"/>
                <a:cs typeface="Arial MT"/>
              </a:rPr>
              <a:t> </a:t>
            </a:r>
            <a:r>
              <a:rPr sz="600" spc="-10">
                <a:latin typeface="Arial MT"/>
                <a:cs typeface="Arial MT"/>
              </a:rPr>
              <a:t>Interactive</a:t>
            </a:r>
            <a:r>
              <a:rPr sz="600">
                <a:latin typeface="Arial MT"/>
                <a:cs typeface="Arial MT"/>
              </a:rPr>
              <a:t> (India) Private</a:t>
            </a:r>
            <a:r>
              <a:rPr sz="600" spc="15">
                <a:latin typeface="Arial MT"/>
                <a:cs typeface="Arial MT"/>
              </a:rPr>
              <a:t> </a:t>
            </a:r>
            <a:r>
              <a:rPr sz="600" spc="-10">
                <a:latin typeface="Arial MT"/>
                <a:cs typeface="Arial MT"/>
              </a:rPr>
              <a:t>Limited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9778" y="4130166"/>
            <a:ext cx="4692650" cy="1377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>
                <a:solidFill>
                  <a:srgbClr val="FFFFFF"/>
                </a:solidFill>
                <a:latin typeface="Arial"/>
                <a:cs typeface="Arial"/>
              </a:rPr>
              <a:t>Truly</a:t>
            </a:r>
            <a:r>
              <a:rPr sz="1400" b="1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>
                <a:solidFill>
                  <a:srgbClr val="FFFFFF"/>
                </a:solidFill>
                <a:latin typeface="Arial"/>
                <a:cs typeface="Arial"/>
              </a:rPr>
              <a:t>Exponential</a:t>
            </a:r>
            <a:endParaRPr sz="1400">
              <a:latin typeface="Arial"/>
              <a:cs typeface="Arial"/>
            </a:endParaRPr>
          </a:p>
          <a:p>
            <a:pPr marL="12700" marR="134620">
              <a:lnSpc>
                <a:spcPct val="100000"/>
              </a:lnSpc>
              <a:spcBef>
                <a:spcPts val="1280"/>
              </a:spcBef>
            </a:pP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Early</a:t>
            </a:r>
            <a:r>
              <a:rPr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on,</a:t>
            </a:r>
            <a:r>
              <a:rPr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have embraced</a:t>
            </a:r>
            <a:r>
              <a:rPr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new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technologies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create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completely</a:t>
            </a:r>
            <a:r>
              <a:rPr sz="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digital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workplace</a:t>
            </a:r>
            <a:r>
              <a:rPr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where</a:t>
            </a:r>
            <a:r>
              <a:rPr sz="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teams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distributed</a:t>
            </a:r>
            <a:r>
              <a:rPr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around</a:t>
            </a:r>
            <a:r>
              <a:rPr sz="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world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work</a:t>
            </a:r>
            <a:r>
              <a:rPr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seamlessly</a:t>
            </a:r>
            <a:r>
              <a:rPr sz="8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across</a:t>
            </a:r>
            <a:r>
              <a:rPr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virtual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physical</a:t>
            </a:r>
            <a:r>
              <a:rPr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environment.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teams</a:t>
            </a:r>
            <a:r>
              <a:rPr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operate digitally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would</a:t>
            </a:r>
            <a:r>
              <a:rPr sz="8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office.</a:t>
            </a:r>
            <a:r>
              <a:rPr sz="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us,</a:t>
            </a:r>
            <a:r>
              <a:rPr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geography</a:t>
            </a:r>
            <a:r>
              <a:rPr sz="8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history!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course,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see</a:t>
            </a:r>
            <a:r>
              <a:rPr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significance</a:t>
            </a:r>
            <a:r>
              <a:rPr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physical</a:t>
            </a:r>
            <a:r>
              <a:rPr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world</a:t>
            </a:r>
            <a:r>
              <a:rPr sz="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live</a:t>
            </a:r>
            <a:r>
              <a:rPr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8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timeless</a:t>
            </a:r>
            <a:r>
              <a:rPr sz="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charm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and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 effectiveness</a:t>
            </a:r>
            <a:r>
              <a:rPr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in-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person</a:t>
            </a:r>
            <a:r>
              <a:rPr sz="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meetings</a:t>
            </a:r>
            <a:r>
              <a:rPr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and we</a:t>
            </a:r>
            <a:r>
              <a:rPr sz="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are glad to</a:t>
            </a:r>
            <a:r>
              <a:rPr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get</a:t>
            </a:r>
            <a:r>
              <a:rPr sz="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on the</a:t>
            </a:r>
            <a:r>
              <a:rPr sz="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road or</a:t>
            </a:r>
            <a:r>
              <a:rPr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meet</a:t>
            </a:r>
            <a:r>
              <a:rPr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offices</a:t>
            </a:r>
            <a:r>
              <a:rPr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 engage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clients</a:t>
            </a:r>
            <a:r>
              <a:rPr sz="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who</a:t>
            </a:r>
            <a:r>
              <a:rPr sz="8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prefer</a:t>
            </a:r>
            <a:r>
              <a:rPr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>
                <a:solidFill>
                  <a:srgbClr val="FFFFFF"/>
                </a:solidFill>
                <a:latin typeface="Arial MT"/>
                <a:cs typeface="Arial MT"/>
              </a:rPr>
              <a:t>person.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88082" y="5947028"/>
            <a:ext cx="79883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>
                <a:latin typeface="Arial"/>
                <a:cs typeface="Arial"/>
              </a:rPr>
              <a:t>Europe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0">
                <a:latin typeface="Arial MT"/>
                <a:cs typeface="Arial MT"/>
              </a:rPr>
              <a:t>Stadsplateau</a:t>
            </a:r>
            <a:r>
              <a:rPr sz="700" spc="65">
                <a:latin typeface="Arial MT"/>
                <a:cs typeface="Arial MT"/>
              </a:rPr>
              <a:t> </a:t>
            </a:r>
            <a:r>
              <a:rPr sz="700" spc="-50">
                <a:latin typeface="Arial MT"/>
                <a:cs typeface="Arial MT"/>
              </a:rPr>
              <a:t>7</a:t>
            </a:r>
            <a:endParaRPr sz="700">
              <a:latin typeface="Arial MT"/>
              <a:cs typeface="Arial MT"/>
            </a:endParaRPr>
          </a:p>
          <a:p>
            <a:pPr marL="12700" marR="125095">
              <a:lnSpc>
                <a:spcPct val="100000"/>
              </a:lnSpc>
            </a:pPr>
            <a:r>
              <a:rPr sz="700">
                <a:latin typeface="Arial MT"/>
                <a:cs typeface="Arial MT"/>
              </a:rPr>
              <a:t>3521</a:t>
            </a:r>
            <a:r>
              <a:rPr sz="700" spc="-5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AZ</a:t>
            </a:r>
            <a:r>
              <a:rPr sz="700" spc="-25">
                <a:latin typeface="Arial MT"/>
                <a:cs typeface="Arial MT"/>
              </a:rPr>
              <a:t> </a:t>
            </a:r>
            <a:r>
              <a:rPr sz="700" spc="-10">
                <a:latin typeface="Arial MT"/>
                <a:cs typeface="Arial MT"/>
              </a:rPr>
              <a:t>Utrecht</a:t>
            </a:r>
            <a:r>
              <a:rPr sz="700" spc="50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The</a:t>
            </a:r>
            <a:r>
              <a:rPr sz="700" spc="-5">
                <a:latin typeface="Arial MT"/>
                <a:cs typeface="Arial MT"/>
              </a:rPr>
              <a:t> </a:t>
            </a:r>
            <a:r>
              <a:rPr sz="700" spc="-10">
                <a:latin typeface="Arial MT"/>
                <a:cs typeface="Arial MT"/>
              </a:rPr>
              <a:t>Netherlands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700">
                <a:latin typeface="Arial MT"/>
                <a:cs typeface="Arial MT"/>
              </a:rPr>
              <a:t>T:</a:t>
            </a:r>
            <a:r>
              <a:rPr sz="700" spc="-1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+31</a:t>
            </a:r>
            <a:r>
              <a:rPr sz="700" spc="-1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30 298</a:t>
            </a:r>
            <a:r>
              <a:rPr sz="700" spc="-5">
                <a:latin typeface="Arial MT"/>
                <a:cs typeface="Arial MT"/>
              </a:rPr>
              <a:t> </a:t>
            </a:r>
            <a:r>
              <a:rPr sz="700" spc="-20">
                <a:latin typeface="Arial MT"/>
                <a:cs typeface="Arial MT"/>
              </a:rPr>
              <a:t>2108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2330" y="5947028"/>
            <a:ext cx="84709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370">
              <a:lnSpc>
                <a:spcPct val="100000"/>
              </a:lnSpc>
              <a:spcBef>
                <a:spcPts val="100"/>
              </a:spcBef>
            </a:pPr>
            <a:r>
              <a:rPr sz="800" b="1">
                <a:latin typeface="Arial"/>
                <a:cs typeface="Arial"/>
              </a:rPr>
              <a:t>United</a:t>
            </a:r>
            <a:r>
              <a:rPr sz="800" b="1" spc="-25">
                <a:latin typeface="Arial"/>
                <a:cs typeface="Arial"/>
              </a:rPr>
              <a:t> </a:t>
            </a:r>
            <a:r>
              <a:rPr sz="800" b="1" spc="-10">
                <a:latin typeface="Arial"/>
                <a:cs typeface="Arial"/>
              </a:rPr>
              <a:t>Kingdom </a:t>
            </a:r>
            <a:r>
              <a:rPr sz="700">
                <a:latin typeface="Arial MT"/>
                <a:cs typeface="Arial MT"/>
              </a:rPr>
              <a:t>5</a:t>
            </a:r>
            <a:r>
              <a:rPr sz="700" spc="-25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Chancery</a:t>
            </a:r>
            <a:r>
              <a:rPr sz="700" spc="-5">
                <a:latin typeface="Arial MT"/>
                <a:cs typeface="Arial MT"/>
              </a:rPr>
              <a:t> </a:t>
            </a:r>
            <a:r>
              <a:rPr sz="700" spc="-20">
                <a:latin typeface="Arial MT"/>
                <a:cs typeface="Arial MT"/>
              </a:rPr>
              <a:t>Lane</a:t>
            </a:r>
            <a:r>
              <a:rPr sz="700" spc="50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London</a:t>
            </a:r>
            <a:r>
              <a:rPr sz="700" spc="-1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EC4A</a:t>
            </a:r>
            <a:r>
              <a:rPr sz="700" spc="-25">
                <a:latin typeface="Arial MT"/>
                <a:cs typeface="Arial MT"/>
              </a:rPr>
              <a:t> 1BL</a:t>
            </a:r>
            <a:r>
              <a:rPr sz="700" spc="50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United</a:t>
            </a:r>
            <a:r>
              <a:rPr sz="700" spc="-45">
                <a:latin typeface="Arial MT"/>
                <a:cs typeface="Arial MT"/>
              </a:rPr>
              <a:t> </a:t>
            </a:r>
            <a:r>
              <a:rPr sz="700" spc="-10">
                <a:latin typeface="Arial MT"/>
                <a:cs typeface="Arial MT"/>
              </a:rPr>
              <a:t>Kingdom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>
                <a:latin typeface="Arial MT"/>
                <a:cs typeface="Arial MT"/>
              </a:rPr>
              <a:t>T:</a:t>
            </a:r>
            <a:r>
              <a:rPr sz="700" spc="-1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+44</a:t>
            </a:r>
            <a:r>
              <a:rPr sz="700" spc="-15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207 406</a:t>
            </a:r>
            <a:r>
              <a:rPr sz="700" spc="-10">
                <a:latin typeface="Arial MT"/>
                <a:cs typeface="Arial MT"/>
              </a:rPr>
              <a:t> </a:t>
            </a:r>
            <a:r>
              <a:rPr sz="700" spc="-20">
                <a:latin typeface="Arial MT"/>
                <a:cs typeface="Arial MT"/>
              </a:rPr>
              <a:t>7548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7826" y="5947028"/>
            <a:ext cx="1235710" cy="68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>
                <a:latin typeface="Arial"/>
                <a:cs typeface="Arial"/>
              </a:rPr>
              <a:t>Asia</a:t>
            </a:r>
            <a:r>
              <a:rPr sz="800" b="1" spc="-30">
                <a:latin typeface="Arial"/>
                <a:cs typeface="Arial"/>
              </a:rPr>
              <a:t> </a:t>
            </a:r>
            <a:r>
              <a:rPr sz="800" b="1" spc="-10">
                <a:latin typeface="Arial"/>
                <a:cs typeface="Arial"/>
              </a:rPr>
              <a:t>Pacific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700">
                <a:latin typeface="Arial MT"/>
                <a:cs typeface="Arial MT"/>
              </a:rPr>
              <a:t>Millennium</a:t>
            </a:r>
            <a:r>
              <a:rPr sz="700" spc="-3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Business</a:t>
            </a:r>
            <a:r>
              <a:rPr sz="700" spc="-40">
                <a:latin typeface="Arial MT"/>
                <a:cs typeface="Arial MT"/>
              </a:rPr>
              <a:t> </a:t>
            </a:r>
            <a:r>
              <a:rPr sz="700" spc="-20">
                <a:latin typeface="Arial MT"/>
                <a:cs typeface="Arial MT"/>
              </a:rPr>
              <a:t>Park</a:t>
            </a:r>
            <a:r>
              <a:rPr sz="700" spc="50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Sector</a:t>
            </a:r>
            <a:r>
              <a:rPr sz="700" spc="-1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3,</a:t>
            </a:r>
            <a:r>
              <a:rPr sz="700" spc="-5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Building</a:t>
            </a:r>
            <a:r>
              <a:rPr sz="700" spc="-3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#</a:t>
            </a:r>
            <a:r>
              <a:rPr sz="700" spc="-2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4,</a:t>
            </a:r>
            <a:r>
              <a:rPr sz="700" spc="-15">
                <a:latin typeface="Arial MT"/>
                <a:cs typeface="Arial MT"/>
              </a:rPr>
              <a:t> </a:t>
            </a:r>
            <a:r>
              <a:rPr sz="700" spc="-10">
                <a:latin typeface="Arial MT"/>
                <a:cs typeface="Arial MT"/>
              </a:rPr>
              <a:t>Mahape</a:t>
            </a:r>
            <a:endParaRPr sz="700">
              <a:latin typeface="Arial MT"/>
              <a:cs typeface="Arial MT"/>
            </a:endParaRPr>
          </a:p>
          <a:p>
            <a:pPr marL="12700" marR="351790">
              <a:lnSpc>
                <a:spcPct val="100000"/>
              </a:lnSpc>
            </a:pPr>
            <a:r>
              <a:rPr sz="700">
                <a:latin typeface="Arial MT"/>
                <a:cs typeface="Arial MT"/>
              </a:rPr>
              <a:t>Navi</a:t>
            </a:r>
            <a:r>
              <a:rPr sz="700" spc="-35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Mumbai</a:t>
            </a:r>
            <a:r>
              <a:rPr sz="700" spc="-5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400</a:t>
            </a:r>
            <a:r>
              <a:rPr sz="700" spc="-20">
                <a:latin typeface="Arial MT"/>
                <a:cs typeface="Arial MT"/>
              </a:rPr>
              <a:t> </a:t>
            </a:r>
            <a:r>
              <a:rPr sz="700" spc="-25">
                <a:latin typeface="Arial MT"/>
                <a:cs typeface="Arial MT"/>
              </a:rPr>
              <a:t>710</a:t>
            </a:r>
            <a:r>
              <a:rPr sz="700" spc="500">
                <a:latin typeface="Arial MT"/>
                <a:cs typeface="Arial MT"/>
              </a:rPr>
              <a:t> </a:t>
            </a:r>
            <a:r>
              <a:rPr sz="700" spc="-10">
                <a:latin typeface="Arial MT"/>
                <a:cs typeface="Arial MT"/>
              </a:rPr>
              <a:t>India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700">
                <a:latin typeface="Arial MT"/>
                <a:cs typeface="Arial MT"/>
              </a:rPr>
              <a:t>T:</a:t>
            </a:r>
            <a:r>
              <a:rPr sz="700" spc="-1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+91</a:t>
            </a:r>
            <a:r>
              <a:rPr sz="700" spc="-15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22 6772</a:t>
            </a:r>
            <a:r>
              <a:rPr sz="700" spc="-10">
                <a:latin typeface="Arial MT"/>
                <a:cs typeface="Arial MT"/>
              </a:rPr>
              <a:t> </a:t>
            </a:r>
            <a:r>
              <a:rPr sz="700" spc="-20">
                <a:latin typeface="Arial MT"/>
                <a:cs typeface="Arial MT"/>
              </a:rPr>
              <a:t>5700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840" y="5947028"/>
            <a:ext cx="108648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>
                <a:latin typeface="Arial"/>
                <a:cs typeface="Arial"/>
              </a:rPr>
              <a:t>North</a:t>
            </a:r>
            <a:r>
              <a:rPr sz="800" b="1" spc="-30">
                <a:latin typeface="Arial"/>
                <a:cs typeface="Arial"/>
              </a:rPr>
              <a:t> </a:t>
            </a:r>
            <a:r>
              <a:rPr sz="800" b="1" spc="-10">
                <a:latin typeface="Arial"/>
                <a:cs typeface="Arial"/>
              </a:rPr>
              <a:t>America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>
                <a:latin typeface="Arial MT"/>
                <a:cs typeface="Arial MT"/>
              </a:rPr>
              <a:t>55</a:t>
            </a:r>
            <a:r>
              <a:rPr sz="700" spc="-3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Madison</a:t>
            </a:r>
            <a:r>
              <a:rPr sz="700" spc="5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Ave,</a:t>
            </a:r>
            <a:r>
              <a:rPr sz="700" spc="-25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Suite</a:t>
            </a:r>
            <a:r>
              <a:rPr sz="700" spc="-25">
                <a:latin typeface="Arial MT"/>
                <a:cs typeface="Arial MT"/>
              </a:rPr>
              <a:t> 400</a:t>
            </a:r>
            <a:endParaRPr sz="700">
              <a:latin typeface="Arial MT"/>
              <a:cs typeface="Arial MT"/>
            </a:endParaRPr>
          </a:p>
          <a:p>
            <a:pPr marL="12700" marR="202565">
              <a:lnSpc>
                <a:spcPct val="100000"/>
              </a:lnSpc>
            </a:pPr>
            <a:r>
              <a:rPr sz="700" spc="-10">
                <a:latin typeface="Arial MT"/>
                <a:cs typeface="Arial MT"/>
              </a:rPr>
              <a:t>Morristown,</a:t>
            </a:r>
            <a:r>
              <a:rPr sz="700" spc="6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NJ</a:t>
            </a:r>
            <a:r>
              <a:rPr sz="700" spc="-10">
                <a:latin typeface="Arial MT"/>
                <a:cs typeface="Arial MT"/>
              </a:rPr>
              <a:t> 07960</a:t>
            </a:r>
            <a:r>
              <a:rPr sz="700" spc="500">
                <a:latin typeface="Arial MT"/>
                <a:cs typeface="Arial MT"/>
              </a:rPr>
              <a:t> </a:t>
            </a:r>
            <a:r>
              <a:rPr sz="700" spc="-25">
                <a:latin typeface="Arial MT"/>
                <a:cs typeface="Arial MT"/>
              </a:rPr>
              <a:t>USA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700">
                <a:latin typeface="Arial MT"/>
                <a:cs typeface="Arial MT"/>
              </a:rPr>
              <a:t>T:</a:t>
            </a:r>
            <a:r>
              <a:rPr sz="700" spc="-1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+1</a:t>
            </a:r>
            <a:r>
              <a:rPr sz="700" spc="-10">
                <a:latin typeface="Arial MT"/>
                <a:cs typeface="Arial MT"/>
              </a:rPr>
              <a:t> </a:t>
            </a:r>
            <a:r>
              <a:rPr sz="700">
                <a:latin typeface="Arial MT"/>
                <a:cs typeface="Arial MT"/>
              </a:rPr>
              <a:t>212 835</a:t>
            </a:r>
            <a:r>
              <a:rPr sz="700" spc="-5">
                <a:latin typeface="Arial MT"/>
                <a:cs typeface="Arial MT"/>
              </a:rPr>
              <a:t> </a:t>
            </a:r>
            <a:r>
              <a:rPr sz="700" spc="-20">
                <a:latin typeface="Arial MT"/>
                <a:cs typeface="Arial MT"/>
              </a:rPr>
              <a:t>1590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d4cecc-f056-49fc-9ab5-9580b1ebaa96">
      <Terms xmlns="http://schemas.microsoft.com/office/infopath/2007/PartnerControls"/>
    </lcf76f155ced4ddcb4097134ff3c332f>
    <Regarding xmlns="02d4cecc-f056-49fc-9ab5-9580b1ebaa9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9B70A7A13C8D44BCD07792AFCA3A56" ma:contentTypeVersion="12" ma:contentTypeDescription="Create a new document." ma:contentTypeScope="" ma:versionID="1134eca6072411061ca9bb6ddc7a10e7">
  <xsd:schema xmlns:xsd="http://www.w3.org/2001/XMLSchema" xmlns:xs="http://www.w3.org/2001/XMLSchema" xmlns:p="http://schemas.microsoft.com/office/2006/metadata/properties" xmlns:ns2="02d4cecc-f056-49fc-9ab5-9580b1ebaa96" targetNamespace="http://schemas.microsoft.com/office/2006/metadata/properties" ma:root="true" ma:fieldsID="5c9dc405b2a3af57ce7fdf104516fe7e" ns2:_="">
    <xsd:import namespace="02d4cecc-f056-49fc-9ab5-9580b1ebaa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Regarding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d4cecc-f056-49fc-9ab5-9580b1ebaa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Regarding" ma:index="16" nillable="true" ma:displayName="Regarding" ma:format="Dropdown" ma:internalName="Regarding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022e5d6-010b-4562-b23d-faacc3c43f2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9F15D0-7771-4C62-B07A-E96517A878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F05C4D-14E9-4449-AE93-6BA90BF8C3FF}">
  <ds:schemaRefs>
    <ds:schemaRef ds:uri="696478c2-82ad-4eca-a243-d862345d5e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437A96-D653-4D3E-8A4F-5210AF214CD3}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67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8" baseType="lpstr">
      <vt:lpstr>Office Theme</vt:lpstr>
      <vt:lpstr>LEADERSHIP</vt:lpstr>
      <vt:lpstr>LIST OF LEADERSHIP PRINCIPLES</vt:lpstr>
      <vt:lpstr>PowerPoint Presentation</vt:lpstr>
      <vt:lpstr>OWNERSHIP</vt:lpstr>
      <vt:lpstr>OWNERSHIP</vt:lpstr>
      <vt:lpstr>OWNERSHIP</vt:lpstr>
      <vt:lpstr>OWNERSHIP</vt:lpstr>
      <vt:lpstr>OWNERSHIP</vt:lpstr>
      <vt:lpstr>PowerPoint Presentation</vt:lpstr>
      <vt:lpstr>PowerPoint Presentation</vt:lpstr>
      <vt:lpstr>EXCELLENCE</vt:lpstr>
      <vt:lpstr>EXCELLENCE</vt:lpstr>
      <vt:lpstr>EXCELLENCE</vt:lpstr>
      <vt:lpstr>EXCELLENCE</vt:lpstr>
      <vt:lpstr>EXCELLENCE</vt:lpstr>
      <vt:lpstr>PowerPoint Presentation</vt:lpstr>
      <vt:lpstr>PowerPoint Presentation</vt:lpstr>
      <vt:lpstr>RESULT</vt:lpstr>
      <vt:lpstr>PowerPoint Presentation</vt:lpstr>
      <vt:lpstr>PowerPoint Presentation</vt:lpstr>
      <vt:lpstr>RESULT</vt:lpstr>
      <vt:lpstr>RESULT</vt:lpstr>
      <vt:lpstr>PowerPoint Presentation</vt:lpstr>
      <vt:lpstr>PowerPoint Presentation</vt:lpstr>
      <vt:lpstr>CLIENT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RESOURCEFULNESS</vt:lpstr>
      <vt:lpstr>PowerPoint Presentation</vt:lpstr>
      <vt:lpstr>PowerPoint Presentation</vt:lpstr>
      <vt:lpstr>RESOURCEFULNESS</vt:lpstr>
      <vt:lpstr>PowerPoint Presentation</vt:lpstr>
      <vt:lpstr>PowerPoint Presentation</vt:lpstr>
      <vt:lpstr>RESOURCEFULNESS</vt:lpstr>
      <vt:lpstr>INTEGRITY</vt:lpstr>
      <vt:lpstr>PowerPoint Presentation</vt:lpstr>
      <vt:lpstr>PowerPoint Presentation</vt:lpstr>
      <vt:lpstr>INTEGRITY</vt:lpstr>
      <vt:lpstr>PowerPoint Presentation</vt:lpstr>
      <vt:lpstr>PowerPoint Presentation</vt:lpstr>
      <vt:lpstr>INTEGRITY</vt:lpstr>
      <vt:lpstr>PEOPLE FOCUS</vt:lpstr>
      <vt:lpstr>PowerPoint Presentation</vt:lpstr>
      <vt:lpstr>PowerPoint Presentation</vt:lpstr>
      <vt:lpstr>PEOPLE FOCUS</vt:lpstr>
      <vt:lpstr>PEOPLE FOCUS</vt:lpstr>
      <vt:lpstr>PowerPoint Presentation</vt:lpstr>
      <vt:lpstr>PowerPoint Presentation</vt:lpstr>
      <vt:lpstr>LEARN, UNLEARN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COLLABORATION</vt:lpstr>
      <vt:lpstr>COLLABORATION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Sajit Vijayan</dc:creator>
  <cp:revision>1</cp:revision>
  <dcterms:created xsi:type="dcterms:W3CDTF">2025-07-19T21:10:46Z</dcterms:created>
  <dcterms:modified xsi:type="dcterms:W3CDTF">2026-07-27T06:15:53Z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2025-07-19T00:00:00Z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ContentTypeId">
    <vt:lpwstr>0x010100829B70A7A13C8D44BCD07792AFCA3A56</vt:lpwstr>
  </property>
</Properties>
</file>